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887788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28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84" y="1414125"/>
            <a:ext cx="3304620" cy="3008266"/>
          </a:xfrm>
        </p:spPr>
        <p:txBody>
          <a:bodyPr anchor="b"/>
          <a:lstStyle>
            <a:lvl1pPr algn="ctr">
              <a:defRPr sz="255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74" y="4538401"/>
            <a:ext cx="2915841" cy="2086184"/>
          </a:xfrm>
        </p:spPr>
        <p:txBody>
          <a:bodyPr/>
          <a:lstStyle>
            <a:lvl1pPr marL="0" indent="0" algn="ctr">
              <a:buNone/>
              <a:defRPr sz="1020"/>
            </a:lvl1pPr>
            <a:lvl2pPr marL="194401" indent="0" algn="ctr">
              <a:buNone/>
              <a:defRPr sz="850"/>
            </a:lvl2pPr>
            <a:lvl3pPr marL="388803" indent="0" algn="ctr">
              <a:buNone/>
              <a:defRPr sz="765"/>
            </a:lvl3pPr>
            <a:lvl4pPr marL="583204" indent="0" algn="ctr">
              <a:buNone/>
              <a:defRPr sz="680"/>
            </a:lvl4pPr>
            <a:lvl5pPr marL="777606" indent="0" algn="ctr">
              <a:buNone/>
              <a:defRPr sz="680"/>
            </a:lvl5pPr>
            <a:lvl6pPr marL="972007" indent="0" algn="ctr">
              <a:buNone/>
              <a:defRPr sz="680"/>
            </a:lvl6pPr>
            <a:lvl7pPr marL="1166409" indent="0" algn="ctr">
              <a:buNone/>
              <a:defRPr sz="680"/>
            </a:lvl7pPr>
            <a:lvl8pPr marL="1360810" indent="0" algn="ctr">
              <a:buNone/>
              <a:defRPr sz="680"/>
            </a:lvl8pPr>
            <a:lvl9pPr marL="1555212" indent="0" algn="ctr">
              <a:buNone/>
              <a:defRPr sz="68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667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17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61" y="2154193"/>
            <a:ext cx="3353217" cy="3594317"/>
          </a:xfrm>
        </p:spPr>
        <p:txBody>
          <a:bodyPr anchor="b"/>
          <a:lstStyle>
            <a:lvl1pPr>
              <a:defRPr sz="255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261" y="5782513"/>
            <a:ext cx="3353217" cy="1890166"/>
          </a:xfrm>
        </p:spPr>
        <p:txBody>
          <a:bodyPr/>
          <a:lstStyle>
            <a:lvl1pPr marL="0" indent="0">
              <a:buNone/>
              <a:defRPr sz="1020">
                <a:solidFill>
                  <a:schemeClr val="tx1"/>
                </a:solidFill>
              </a:defRPr>
            </a:lvl1pPr>
            <a:lvl2pPr marL="194401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388803" indent="0">
              <a:buNone/>
              <a:defRPr sz="765">
                <a:solidFill>
                  <a:schemeClr val="tx1">
                    <a:tint val="75000"/>
                  </a:schemeClr>
                </a:solidFill>
              </a:defRPr>
            </a:lvl3pPr>
            <a:lvl4pPr marL="583204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4pPr>
            <a:lvl5pPr marL="777606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5pPr>
            <a:lvl6pPr marL="972007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6pPr>
            <a:lvl7pPr marL="1166409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7pPr>
            <a:lvl8pPr marL="1360810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8pPr>
            <a:lvl9pPr marL="1555212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57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285" y="2300203"/>
            <a:ext cx="1652310" cy="54824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8193" y="2300203"/>
            <a:ext cx="1652310" cy="54824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3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460043"/>
            <a:ext cx="3353217" cy="16701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792" y="2118188"/>
            <a:ext cx="1644716" cy="1038091"/>
          </a:xfrm>
        </p:spPr>
        <p:txBody>
          <a:bodyPr anchor="b"/>
          <a:lstStyle>
            <a:lvl1pPr marL="0" indent="0">
              <a:buNone/>
              <a:defRPr sz="1020" b="1"/>
            </a:lvl1pPr>
            <a:lvl2pPr marL="194401" indent="0">
              <a:buNone/>
              <a:defRPr sz="850" b="1"/>
            </a:lvl2pPr>
            <a:lvl3pPr marL="388803" indent="0">
              <a:buNone/>
              <a:defRPr sz="765" b="1"/>
            </a:lvl3pPr>
            <a:lvl4pPr marL="583204" indent="0">
              <a:buNone/>
              <a:defRPr sz="680" b="1"/>
            </a:lvl4pPr>
            <a:lvl5pPr marL="777606" indent="0">
              <a:buNone/>
              <a:defRPr sz="680" b="1"/>
            </a:lvl5pPr>
            <a:lvl6pPr marL="972007" indent="0">
              <a:buNone/>
              <a:defRPr sz="680" b="1"/>
            </a:lvl6pPr>
            <a:lvl7pPr marL="1166409" indent="0">
              <a:buNone/>
              <a:defRPr sz="680" b="1"/>
            </a:lvl7pPr>
            <a:lvl8pPr marL="1360810" indent="0">
              <a:buNone/>
              <a:defRPr sz="680" b="1"/>
            </a:lvl8pPr>
            <a:lvl9pPr marL="1555212" indent="0">
              <a:buNone/>
              <a:defRPr sz="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792" y="3156278"/>
            <a:ext cx="1644716" cy="464241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8193" y="2118188"/>
            <a:ext cx="1652816" cy="1038091"/>
          </a:xfrm>
        </p:spPr>
        <p:txBody>
          <a:bodyPr anchor="b"/>
          <a:lstStyle>
            <a:lvl1pPr marL="0" indent="0">
              <a:buNone/>
              <a:defRPr sz="1020" b="1"/>
            </a:lvl1pPr>
            <a:lvl2pPr marL="194401" indent="0">
              <a:buNone/>
              <a:defRPr sz="850" b="1"/>
            </a:lvl2pPr>
            <a:lvl3pPr marL="388803" indent="0">
              <a:buNone/>
              <a:defRPr sz="765" b="1"/>
            </a:lvl3pPr>
            <a:lvl4pPr marL="583204" indent="0">
              <a:buNone/>
              <a:defRPr sz="680" b="1"/>
            </a:lvl4pPr>
            <a:lvl5pPr marL="777606" indent="0">
              <a:buNone/>
              <a:defRPr sz="680" b="1"/>
            </a:lvl5pPr>
            <a:lvl6pPr marL="972007" indent="0">
              <a:buNone/>
              <a:defRPr sz="680" b="1"/>
            </a:lvl6pPr>
            <a:lvl7pPr marL="1166409" indent="0">
              <a:buNone/>
              <a:defRPr sz="680" b="1"/>
            </a:lvl7pPr>
            <a:lvl8pPr marL="1360810" indent="0">
              <a:buNone/>
              <a:defRPr sz="680" b="1"/>
            </a:lvl8pPr>
            <a:lvl9pPr marL="1555212" indent="0">
              <a:buNone/>
              <a:defRPr sz="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8193" y="3156278"/>
            <a:ext cx="1652816" cy="464241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25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59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56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576051"/>
            <a:ext cx="1253913" cy="2016178"/>
          </a:xfrm>
        </p:spPr>
        <p:txBody>
          <a:bodyPr anchor="b"/>
          <a:lstStyle>
            <a:lvl1pPr>
              <a:defRPr sz="136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2816" y="1244112"/>
            <a:ext cx="1968193" cy="6140542"/>
          </a:xfrm>
        </p:spPr>
        <p:txBody>
          <a:bodyPr/>
          <a:lstStyle>
            <a:lvl1pPr>
              <a:defRPr sz="1361"/>
            </a:lvl1pPr>
            <a:lvl2pPr>
              <a:defRPr sz="1191"/>
            </a:lvl2pPr>
            <a:lvl3pPr>
              <a:defRPr sz="102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792" y="2592229"/>
            <a:ext cx="1253913" cy="4802425"/>
          </a:xfrm>
        </p:spPr>
        <p:txBody>
          <a:bodyPr/>
          <a:lstStyle>
            <a:lvl1pPr marL="0" indent="0">
              <a:buNone/>
              <a:defRPr sz="680"/>
            </a:lvl1pPr>
            <a:lvl2pPr marL="194401" indent="0">
              <a:buNone/>
              <a:defRPr sz="595"/>
            </a:lvl2pPr>
            <a:lvl3pPr marL="388803" indent="0">
              <a:buNone/>
              <a:defRPr sz="510"/>
            </a:lvl3pPr>
            <a:lvl4pPr marL="583204" indent="0">
              <a:buNone/>
              <a:defRPr sz="425"/>
            </a:lvl4pPr>
            <a:lvl5pPr marL="777606" indent="0">
              <a:buNone/>
              <a:defRPr sz="425"/>
            </a:lvl5pPr>
            <a:lvl6pPr marL="972007" indent="0">
              <a:buNone/>
              <a:defRPr sz="425"/>
            </a:lvl6pPr>
            <a:lvl7pPr marL="1166409" indent="0">
              <a:buNone/>
              <a:defRPr sz="425"/>
            </a:lvl7pPr>
            <a:lvl8pPr marL="1360810" indent="0">
              <a:buNone/>
              <a:defRPr sz="425"/>
            </a:lvl8pPr>
            <a:lvl9pPr marL="1555212" indent="0">
              <a:buNone/>
              <a:defRPr sz="4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28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576051"/>
            <a:ext cx="1253913" cy="2016178"/>
          </a:xfrm>
        </p:spPr>
        <p:txBody>
          <a:bodyPr anchor="b"/>
          <a:lstStyle>
            <a:lvl1pPr>
              <a:defRPr sz="136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52816" y="1244112"/>
            <a:ext cx="1968193" cy="6140542"/>
          </a:xfrm>
        </p:spPr>
        <p:txBody>
          <a:bodyPr anchor="t"/>
          <a:lstStyle>
            <a:lvl1pPr marL="0" indent="0">
              <a:buNone/>
              <a:defRPr sz="1361"/>
            </a:lvl1pPr>
            <a:lvl2pPr marL="194401" indent="0">
              <a:buNone/>
              <a:defRPr sz="1191"/>
            </a:lvl2pPr>
            <a:lvl3pPr marL="388803" indent="0">
              <a:buNone/>
              <a:defRPr sz="1020"/>
            </a:lvl3pPr>
            <a:lvl4pPr marL="583204" indent="0">
              <a:buNone/>
              <a:defRPr sz="850"/>
            </a:lvl4pPr>
            <a:lvl5pPr marL="777606" indent="0">
              <a:buNone/>
              <a:defRPr sz="850"/>
            </a:lvl5pPr>
            <a:lvl6pPr marL="972007" indent="0">
              <a:buNone/>
              <a:defRPr sz="850"/>
            </a:lvl6pPr>
            <a:lvl7pPr marL="1166409" indent="0">
              <a:buNone/>
              <a:defRPr sz="850"/>
            </a:lvl7pPr>
            <a:lvl8pPr marL="1360810" indent="0">
              <a:buNone/>
              <a:defRPr sz="850"/>
            </a:lvl8pPr>
            <a:lvl9pPr marL="1555212" indent="0">
              <a:buNone/>
              <a:defRPr sz="85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792" y="2592229"/>
            <a:ext cx="1253913" cy="4802425"/>
          </a:xfrm>
        </p:spPr>
        <p:txBody>
          <a:bodyPr/>
          <a:lstStyle>
            <a:lvl1pPr marL="0" indent="0">
              <a:buNone/>
              <a:defRPr sz="680"/>
            </a:lvl1pPr>
            <a:lvl2pPr marL="194401" indent="0">
              <a:buNone/>
              <a:defRPr sz="595"/>
            </a:lvl2pPr>
            <a:lvl3pPr marL="388803" indent="0">
              <a:buNone/>
              <a:defRPr sz="510"/>
            </a:lvl3pPr>
            <a:lvl4pPr marL="583204" indent="0">
              <a:buNone/>
              <a:defRPr sz="425"/>
            </a:lvl4pPr>
            <a:lvl5pPr marL="777606" indent="0">
              <a:buNone/>
              <a:defRPr sz="425"/>
            </a:lvl5pPr>
            <a:lvl6pPr marL="972007" indent="0">
              <a:buNone/>
              <a:defRPr sz="425"/>
            </a:lvl6pPr>
            <a:lvl7pPr marL="1166409" indent="0">
              <a:buNone/>
              <a:defRPr sz="425"/>
            </a:lvl7pPr>
            <a:lvl8pPr marL="1360810" indent="0">
              <a:buNone/>
              <a:defRPr sz="425"/>
            </a:lvl8pPr>
            <a:lvl9pPr marL="1555212" indent="0">
              <a:buNone/>
              <a:defRPr sz="4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53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31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2199" y="460041"/>
            <a:ext cx="838304" cy="732264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285" y="460041"/>
            <a:ext cx="2466316" cy="732264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78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286" y="460043"/>
            <a:ext cx="3353217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286" y="2300203"/>
            <a:ext cx="3353217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7286" y="8008709"/>
            <a:ext cx="874752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483C5-7344-4C58-BD55-4DF26275098E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7830" y="8008709"/>
            <a:ext cx="1312128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5750" y="8008709"/>
            <a:ext cx="874752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34FC6-E7E7-4822-A0A7-15B80079D3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88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8803" rtl="0" eaLnBrk="1" latinLnBrk="0" hangingPunct="1">
        <a:lnSpc>
          <a:spcPct val="90000"/>
        </a:lnSpc>
        <a:spcBef>
          <a:spcPct val="0"/>
        </a:spcBef>
        <a:buNone/>
        <a:defRPr kumimoji="1" sz="18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201" indent="-97201" algn="l" defTabSz="388803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191" kern="1200">
          <a:solidFill>
            <a:schemeClr val="tx1"/>
          </a:solidFill>
          <a:latin typeface="+mn-lt"/>
          <a:ea typeface="+mn-ea"/>
          <a:cs typeface="+mn-cs"/>
        </a:defRPr>
      </a:lvl1pPr>
      <a:lvl2pPr marL="291602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1020" kern="1200">
          <a:solidFill>
            <a:schemeClr val="tx1"/>
          </a:solidFill>
          <a:latin typeface="+mn-lt"/>
          <a:ea typeface="+mn-ea"/>
          <a:cs typeface="+mn-cs"/>
        </a:defRPr>
      </a:lvl2pPr>
      <a:lvl3pPr marL="486004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5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4pPr>
      <a:lvl5pPr marL="874806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5pPr>
      <a:lvl6pPr marL="1069208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6pPr>
      <a:lvl7pPr marL="1263609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7pPr>
      <a:lvl8pPr marL="1458011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8pPr>
      <a:lvl9pPr marL="1652412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1pPr>
      <a:lvl2pPr marL="194401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2pPr>
      <a:lvl3pPr marL="388803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3pPr>
      <a:lvl4pPr marL="583204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4pPr>
      <a:lvl5pPr marL="777606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5pPr>
      <a:lvl6pPr marL="972007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6pPr>
      <a:lvl7pPr marL="1166409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7pPr>
      <a:lvl8pPr marL="1360810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8pPr>
      <a:lvl9pPr marL="1555212" algn="l" defTabSz="388803" rtl="0" eaLnBrk="1" latinLnBrk="0" hangingPunct="1">
        <a:defRPr kumimoji="1" sz="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CD63535-C31A-6317-14E4-55CB48BFFC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3" r="33817"/>
          <a:stretch>
            <a:fillRect/>
          </a:stretch>
        </p:blipFill>
        <p:spPr>
          <a:xfrm>
            <a:off x="-19156" y="2376381"/>
            <a:ext cx="3888000" cy="3888000"/>
          </a:xfrm>
          <a:prstGeom prst="rect">
            <a:avLst/>
          </a:prstGeom>
        </p:spPr>
      </p:pic>
      <p:grpSp>
        <p:nvGrpSpPr>
          <p:cNvPr id="6" name="グループ化 1">
            <a:extLst>
              <a:ext uri="{FF2B5EF4-FFF2-40B4-BE49-F238E27FC236}">
                <a16:creationId xmlns:a16="http://schemas.microsoft.com/office/drawing/2014/main" id="{80E4E80E-A052-177A-C511-D8D414DD8146}"/>
              </a:ext>
            </a:extLst>
          </p:cNvPr>
          <p:cNvGrpSpPr>
            <a:grpSpLocks/>
          </p:cNvGrpSpPr>
          <p:nvPr/>
        </p:nvGrpSpPr>
        <p:grpSpPr bwMode="auto">
          <a:xfrm>
            <a:off x="238125" y="827088"/>
            <a:ext cx="3411538" cy="666750"/>
            <a:chOff x="549275" y="827088"/>
            <a:chExt cx="3412228" cy="666750"/>
          </a:xfrm>
        </p:grpSpPr>
        <p:grpSp>
          <p:nvGrpSpPr>
            <p:cNvPr id="7" name="Group 448">
              <a:extLst>
                <a:ext uri="{FF2B5EF4-FFF2-40B4-BE49-F238E27FC236}">
                  <a16:creationId xmlns:a16="http://schemas.microsoft.com/office/drawing/2014/main" id="{0CD71BFE-70D0-0F29-E28C-664E251EEE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49275" y="827088"/>
              <a:ext cx="435082" cy="666750"/>
              <a:chOff x="686" y="1581"/>
              <a:chExt cx="1436" cy="2198"/>
            </a:xfrm>
          </p:grpSpPr>
          <p:sp>
            <p:nvSpPr>
              <p:cNvPr id="25" name="Freeform 342">
                <a:extLst>
                  <a:ext uri="{FF2B5EF4-FFF2-40B4-BE49-F238E27FC236}">
                    <a16:creationId xmlns:a16="http://schemas.microsoft.com/office/drawing/2014/main" id="{E05BE6F7-055D-8826-A1A7-7EF5B9373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" y="1581"/>
                <a:ext cx="1024" cy="1770"/>
              </a:xfrm>
              <a:custGeom>
                <a:avLst/>
                <a:gdLst>
                  <a:gd name="T0" fmla="*/ 10816 w 512"/>
                  <a:gd name="T1" fmla="*/ 41984 h 885"/>
                  <a:gd name="T2" fmla="*/ 8896 w 512"/>
                  <a:gd name="T3" fmla="*/ 48000 h 885"/>
                  <a:gd name="T4" fmla="*/ 3008 w 512"/>
                  <a:gd name="T5" fmla="*/ 56640 h 885"/>
                  <a:gd name="T6" fmla="*/ 27648 w 512"/>
                  <a:gd name="T7" fmla="*/ 56640 h 885"/>
                  <a:gd name="T8" fmla="*/ 32512 w 512"/>
                  <a:gd name="T9" fmla="*/ 35072 h 885"/>
                  <a:gd name="T10" fmla="*/ 26688 w 512"/>
                  <a:gd name="T11" fmla="*/ 11648 h 885"/>
                  <a:gd name="T12" fmla="*/ 9088 w 512"/>
                  <a:gd name="T13" fmla="*/ 3008 h 885"/>
                  <a:gd name="T14" fmla="*/ 0 w 512"/>
                  <a:gd name="T15" fmla="*/ 11904 h 885"/>
                  <a:gd name="T16" fmla="*/ 2048 w 512"/>
                  <a:gd name="T17" fmla="*/ 13184 h 885"/>
                  <a:gd name="T18" fmla="*/ 11520 w 512"/>
                  <a:gd name="T19" fmla="*/ 35072 h 885"/>
                  <a:gd name="T20" fmla="*/ 10816 w 512"/>
                  <a:gd name="T21" fmla="*/ 41984 h 8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12" h="885">
                    <a:moveTo>
                      <a:pt x="169" y="656"/>
                    </a:moveTo>
                    <a:cubicBezTo>
                      <a:pt x="163" y="688"/>
                      <a:pt x="154" y="723"/>
                      <a:pt x="139" y="750"/>
                    </a:cubicBezTo>
                    <a:cubicBezTo>
                      <a:pt x="116" y="797"/>
                      <a:pt x="75" y="857"/>
                      <a:pt x="47" y="885"/>
                    </a:cubicBezTo>
                    <a:cubicBezTo>
                      <a:pt x="432" y="885"/>
                      <a:pt x="432" y="885"/>
                      <a:pt x="432" y="885"/>
                    </a:cubicBezTo>
                    <a:cubicBezTo>
                      <a:pt x="481" y="783"/>
                      <a:pt x="512" y="669"/>
                      <a:pt x="508" y="548"/>
                    </a:cubicBezTo>
                    <a:cubicBezTo>
                      <a:pt x="503" y="414"/>
                      <a:pt x="478" y="290"/>
                      <a:pt x="417" y="182"/>
                    </a:cubicBezTo>
                    <a:cubicBezTo>
                      <a:pt x="314" y="0"/>
                      <a:pt x="142" y="47"/>
                      <a:pt x="142" y="47"/>
                    </a:cubicBezTo>
                    <a:cubicBezTo>
                      <a:pt x="74" y="65"/>
                      <a:pt x="20" y="118"/>
                      <a:pt x="0" y="186"/>
                    </a:cubicBezTo>
                    <a:cubicBezTo>
                      <a:pt x="17" y="193"/>
                      <a:pt x="32" y="206"/>
                      <a:pt x="32" y="206"/>
                    </a:cubicBezTo>
                    <a:cubicBezTo>
                      <a:pt x="122" y="285"/>
                      <a:pt x="180" y="413"/>
                      <a:pt x="180" y="548"/>
                    </a:cubicBezTo>
                    <a:cubicBezTo>
                      <a:pt x="180" y="548"/>
                      <a:pt x="180" y="599"/>
                      <a:pt x="169" y="656"/>
                    </a:cubicBezTo>
                  </a:path>
                </a:pathLst>
              </a:custGeom>
              <a:solidFill>
                <a:srgbClr val="0B40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6" name="Freeform 343">
                <a:extLst>
                  <a:ext uri="{FF2B5EF4-FFF2-40B4-BE49-F238E27FC236}">
                    <a16:creationId xmlns:a16="http://schemas.microsoft.com/office/drawing/2014/main" id="{5E184A75-6AAF-7471-41F7-9D94D4676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" y="1937"/>
                <a:ext cx="750" cy="956"/>
              </a:xfrm>
              <a:custGeom>
                <a:avLst/>
                <a:gdLst>
                  <a:gd name="T0" fmla="*/ 24000 w 375"/>
                  <a:gd name="T1" fmla="*/ 30592 h 478"/>
                  <a:gd name="T2" fmla="*/ 12288 w 375"/>
                  <a:gd name="T3" fmla="*/ 6912 h 478"/>
                  <a:gd name="T4" fmla="*/ 12928 w 375"/>
                  <a:gd name="T5" fmla="*/ 1408 h 478"/>
                  <a:gd name="T6" fmla="*/ 13184 w 375"/>
                  <a:gd name="T7" fmla="*/ 512 h 478"/>
                  <a:gd name="T8" fmla="*/ 12992 w 375"/>
                  <a:gd name="T9" fmla="*/ 448 h 478"/>
                  <a:gd name="T10" fmla="*/ 10880 w 375"/>
                  <a:gd name="T11" fmla="*/ 0 h 478"/>
                  <a:gd name="T12" fmla="*/ 7360 w 375"/>
                  <a:gd name="T13" fmla="*/ 1280 h 478"/>
                  <a:gd name="T14" fmla="*/ 960 w 375"/>
                  <a:gd name="T15" fmla="*/ 11456 h 478"/>
                  <a:gd name="T16" fmla="*/ 0 w 375"/>
                  <a:gd name="T17" fmla="*/ 18496 h 478"/>
                  <a:gd name="T18" fmla="*/ 3008 w 375"/>
                  <a:gd name="T19" fmla="*/ 30592 h 478"/>
                  <a:gd name="T20" fmla="*/ 24000 w 375"/>
                  <a:gd name="T21" fmla="*/ 30592 h 47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5" h="478">
                    <a:moveTo>
                      <a:pt x="375" y="478"/>
                    </a:moveTo>
                    <a:cubicBezTo>
                      <a:pt x="268" y="388"/>
                      <a:pt x="197" y="258"/>
                      <a:pt x="192" y="108"/>
                    </a:cubicBezTo>
                    <a:cubicBezTo>
                      <a:pt x="190" y="64"/>
                      <a:pt x="202" y="22"/>
                      <a:pt x="202" y="22"/>
                    </a:cubicBezTo>
                    <a:cubicBezTo>
                      <a:pt x="203" y="17"/>
                      <a:pt x="204" y="13"/>
                      <a:pt x="206" y="8"/>
                    </a:cubicBezTo>
                    <a:cubicBezTo>
                      <a:pt x="205" y="7"/>
                      <a:pt x="204" y="7"/>
                      <a:pt x="203" y="7"/>
                    </a:cubicBezTo>
                    <a:cubicBezTo>
                      <a:pt x="193" y="3"/>
                      <a:pt x="182" y="0"/>
                      <a:pt x="170" y="0"/>
                    </a:cubicBezTo>
                    <a:cubicBezTo>
                      <a:pt x="149" y="0"/>
                      <a:pt x="130" y="8"/>
                      <a:pt x="115" y="20"/>
                    </a:cubicBezTo>
                    <a:cubicBezTo>
                      <a:pt x="115" y="20"/>
                      <a:pt x="44" y="71"/>
                      <a:pt x="15" y="179"/>
                    </a:cubicBezTo>
                    <a:cubicBezTo>
                      <a:pt x="5" y="214"/>
                      <a:pt x="0" y="250"/>
                      <a:pt x="0" y="289"/>
                    </a:cubicBezTo>
                    <a:cubicBezTo>
                      <a:pt x="0" y="357"/>
                      <a:pt x="17" y="421"/>
                      <a:pt x="47" y="478"/>
                    </a:cubicBezTo>
                    <a:lnTo>
                      <a:pt x="375" y="478"/>
                    </a:lnTo>
                    <a:close/>
                  </a:path>
                </a:pathLst>
              </a:custGeom>
              <a:solidFill>
                <a:srgbClr val="018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Oval 344">
                <a:extLst>
                  <a:ext uri="{FF2B5EF4-FFF2-40B4-BE49-F238E27FC236}">
                    <a16:creationId xmlns:a16="http://schemas.microsoft.com/office/drawing/2014/main" id="{38417FB0-02A3-118E-E49F-088B581A3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" y="2017"/>
                <a:ext cx="74" cy="7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ja-JP" altLang="en-US" sz="1800"/>
              </a:p>
            </p:txBody>
          </p:sp>
          <p:sp>
            <p:nvSpPr>
              <p:cNvPr id="28" name="Freeform 345">
                <a:extLst>
                  <a:ext uri="{FF2B5EF4-FFF2-40B4-BE49-F238E27FC236}">
                    <a16:creationId xmlns:a16="http://schemas.microsoft.com/office/drawing/2014/main" id="{214B9499-94F6-E357-E07E-D8BE8B36F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" y="3457"/>
                <a:ext cx="116" cy="108"/>
              </a:xfrm>
              <a:custGeom>
                <a:avLst/>
                <a:gdLst>
                  <a:gd name="T0" fmla="*/ 2112 w 58"/>
                  <a:gd name="T1" fmla="*/ 1024 h 54"/>
                  <a:gd name="T2" fmla="*/ 1344 w 58"/>
                  <a:gd name="T3" fmla="*/ 1664 h 54"/>
                  <a:gd name="T4" fmla="*/ 2240 w 58"/>
                  <a:gd name="T5" fmla="*/ 3136 h 54"/>
                  <a:gd name="T6" fmla="*/ 3072 w 58"/>
                  <a:gd name="T7" fmla="*/ 3456 h 54"/>
                  <a:gd name="T8" fmla="*/ 3712 w 58"/>
                  <a:gd name="T9" fmla="*/ 3456 h 54"/>
                  <a:gd name="T10" fmla="*/ 3712 w 58"/>
                  <a:gd name="T11" fmla="*/ 3456 h 54"/>
                  <a:gd name="T12" fmla="*/ 3136 w 58"/>
                  <a:gd name="T13" fmla="*/ 2880 h 54"/>
                  <a:gd name="T14" fmla="*/ 2304 w 58"/>
                  <a:gd name="T15" fmla="*/ 1664 h 54"/>
                  <a:gd name="T16" fmla="*/ 2176 w 58"/>
                  <a:gd name="T17" fmla="*/ 64 h 54"/>
                  <a:gd name="T18" fmla="*/ 1856 w 58"/>
                  <a:gd name="T19" fmla="*/ 64 h 54"/>
                  <a:gd name="T20" fmla="*/ 0 w 58"/>
                  <a:gd name="T21" fmla="*/ 64 h 54"/>
                  <a:gd name="T22" fmla="*/ 0 w 58"/>
                  <a:gd name="T23" fmla="*/ 64 h 54"/>
                  <a:gd name="T24" fmla="*/ 256 w 58"/>
                  <a:gd name="T25" fmla="*/ 832 h 54"/>
                  <a:gd name="T26" fmla="*/ 256 w 58"/>
                  <a:gd name="T27" fmla="*/ 2688 h 54"/>
                  <a:gd name="T28" fmla="*/ 0 w 58"/>
                  <a:gd name="T29" fmla="*/ 3456 h 54"/>
                  <a:gd name="T30" fmla="*/ 0 w 58"/>
                  <a:gd name="T31" fmla="*/ 3456 h 54"/>
                  <a:gd name="T32" fmla="*/ 1472 w 58"/>
                  <a:gd name="T33" fmla="*/ 3456 h 54"/>
                  <a:gd name="T34" fmla="*/ 1472 w 58"/>
                  <a:gd name="T35" fmla="*/ 3456 h 54"/>
                  <a:gd name="T36" fmla="*/ 1216 w 58"/>
                  <a:gd name="T37" fmla="*/ 2688 h 54"/>
                  <a:gd name="T38" fmla="*/ 1216 w 58"/>
                  <a:gd name="T39" fmla="*/ 320 h 54"/>
                  <a:gd name="T40" fmla="*/ 2112 w 58"/>
                  <a:gd name="T41" fmla="*/ 1024 h 5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8" h="54">
                    <a:moveTo>
                      <a:pt x="33" y="16"/>
                    </a:moveTo>
                    <a:cubicBezTo>
                      <a:pt x="33" y="27"/>
                      <a:pt x="21" y="26"/>
                      <a:pt x="21" y="26"/>
                    </a:cubicBezTo>
                    <a:cubicBezTo>
                      <a:pt x="26" y="39"/>
                      <a:pt x="35" y="49"/>
                      <a:pt x="35" y="49"/>
                    </a:cubicBezTo>
                    <a:cubicBezTo>
                      <a:pt x="39" y="53"/>
                      <a:pt x="42" y="54"/>
                      <a:pt x="4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7" y="53"/>
                      <a:pt x="55" y="53"/>
                      <a:pt x="49" y="45"/>
                    </a:cubicBezTo>
                    <a:cubicBezTo>
                      <a:pt x="43" y="38"/>
                      <a:pt x="36" y="26"/>
                      <a:pt x="36" y="26"/>
                    </a:cubicBezTo>
                    <a:cubicBezTo>
                      <a:pt x="54" y="18"/>
                      <a:pt x="48" y="0"/>
                      <a:pt x="34" y="1"/>
                    </a:cubicBezTo>
                    <a:cubicBezTo>
                      <a:pt x="34" y="1"/>
                      <a:pt x="33" y="1"/>
                      <a:pt x="29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4" y="4"/>
                      <a:pt x="4" y="8"/>
                      <a:pt x="4" y="13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7"/>
                      <a:pt x="4" y="51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0" y="51"/>
                      <a:pt x="19" y="47"/>
                      <a:pt x="19" y="42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5"/>
                      <a:pt x="33" y="2"/>
                      <a:pt x="33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9" name="Freeform 346">
                <a:extLst>
                  <a:ext uri="{FF2B5EF4-FFF2-40B4-BE49-F238E27FC236}">
                    <a16:creationId xmlns:a16="http://schemas.microsoft.com/office/drawing/2014/main" id="{1B749014-0007-C573-4EC8-69A71FEBA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3459"/>
                <a:ext cx="118" cy="106"/>
              </a:xfrm>
              <a:custGeom>
                <a:avLst/>
                <a:gdLst>
                  <a:gd name="T0" fmla="*/ 3456 w 59"/>
                  <a:gd name="T1" fmla="*/ 3392 h 53"/>
                  <a:gd name="T2" fmla="*/ 2432 w 59"/>
                  <a:gd name="T3" fmla="*/ 3392 h 53"/>
                  <a:gd name="T4" fmla="*/ 768 w 59"/>
                  <a:gd name="T5" fmla="*/ 1024 h 53"/>
                  <a:gd name="T6" fmla="*/ 768 w 59"/>
                  <a:gd name="T7" fmla="*/ 2624 h 53"/>
                  <a:gd name="T8" fmla="*/ 1088 w 59"/>
                  <a:gd name="T9" fmla="*/ 3392 h 53"/>
                  <a:gd name="T10" fmla="*/ 1088 w 59"/>
                  <a:gd name="T11" fmla="*/ 3392 h 53"/>
                  <a:gd name="T12" fmla="*/ 0 w 59"/>
                  <a:gd name="T13" fmla="*/ 3392 h 53"/>
                  <a:gd name="T14" fmla="*/ 0 w 59"/>
                  <a:gd name="T15" fmla="*/ 3392 h 53"/>
                  <a:gd name="T16" fmla="*/ 320 w 59"/>
                  <a:gd name="T17" fmla="*/ 2624 h 53"/>
                  <a:gd name="T18" fmla="*/ 320 w 59"/>
                  <a:gd name="T19" fmla="*/ 896 h 53"/>
                  <a:gd name="T20" fmla="*/ 0 w 59"/>
                  <a:gd name="T21" fmla="*/ 0 h 53"/>
                  <a:gd name="T22" fmla="*/ 0 w 59"/>
                  <a:gd name="T23" fmla="*/ 0 h 53"/>
                  <a:gd name="T24" fmla="*/ 1408 w 59"/>
                  <a:gd name="T25" fmla="*/ 0 h 53"/>
                  <a:gd name="T26" fmla="*/ 1408 w 59"/>
                  <a:gd name="T27" fmla="*/ 0 h 53"/>
                  <a:gd name="T28" fmla="*/ 2944 w 59"/>
                  <a:gd name="T29" fmla="*/ 2304 h 53"/>
                  <a:gd name="T30" fmla="*/ 2944 w 59"/>
                  <a:gd name="T31" fmla="*/ 768 h 53"/>
                  <a:gd name="T32" fmla="*/ 2688 w 59"/>
                  <a:gd name="T33" fmla="*/ 0 h 53"/>
                  <a:gd name="T34" fmla="*/ 2688 w 59"/>
                  <a:gd name="T35" fmla="*/ 0 h 53"/>
                  <a:gd name="T36" fmla="*/ 3776 w 59"/>
                  <a:gd name="T37" fmla="*/ 0 h 53"/>
                  <a:gd name="T38" fmla="*/ 3776 w 59"/>
                  <a:gd name="T39" fmla="*/ 0 h 53"/>
                  <a:gd name="T40" fmla="*/ 3456 w 59"/>
                  <a:gd name="T41" fmla="*/ 768 h 53"/>
                  <a:gd name="T42" fmla="*/ 3456 w 59"/>
                  <a:gd name="T43" fmla="*/ 3392 h 5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9" h="53">
                    <a:moveTo>
                      <a:pt x="54" y="53"/>
                    </a:moveTo>
                    <a:cubicBezTo>
                      <a:pt x="51" y="53"/>
                      <a:pt x="38" y="53"/>
                      <a:pt x="38" y="53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6"/>
                      <a:pt x="13" y="49"/>
                      <a:pt x="17" y="53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49"/>
                      <a:pt x="5" y="46"/>
                      <a:pt x="5" y="4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7"/>
                      <a:pt x="5" y="5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6" y="36"/>
                      <a:pt x="46" y="36"/>
                      <a:pt x="46" y="36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46" y="7"/>
                      <a:pt x="46" y="4"/>
                      <a:pt x="4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4"/>
                      <a:pt x="54" y="7"/>
                      <a:pt x="54" y="12"/>
                    </a:cubicBezTo>
                    <a:lnTo>
                      <a:pt x="54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Freeform 347">
                <a:extLst>
                  <a:ext uri="{FF2B5EF4-FFF2-40B4-BE49-F238E27FC236}">
                    <a16:creationId xmlns:a16="http://schemas.microsoft.com/office/drawing/2014/main" id="{87F5B541-D02F-CE98-82A6-8B7E1447B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3457"/>
                <a:ext cx="110" cy="110"/>
              </a:xfrm>
              <a:custGeom>
                <a:avLst/>
                <a:gdLst>
                  <a:gd name="T0" fmla="*/ 3520 w 55"/>
                  <a:gd name="T1" fmla="*/ 1792 h 55"/>
                  <a:gd name="T2" fmla="*/ 3392 w 55"/>
                  <a:gd name="T3" fmla="*/ 3392 h 55"/>
                  <a:gd name="T4" fmla="*/ 1920 w 55"/>
                  <a:gd name="T5" fmla="*/ 3520 h 55"/>
                  <a:gd name="T6" fmla="*/ 0 w 55"/>
                  <a:gd name="T7" fmla="*/ 1792 h 55"/>
                  <a:gd name="T8" fmla="*/ 1920 w 55"/>
                  <a:gd name="T9" fmla="*/ 0 h 55"/>
                  <a:gd name="T10" fmla="*/ 3328 w 55"/>
                  <a:gd name="T11" fmla="*/ 64 h 55"/>
                  <a:gd name="T12" fmla="*/ 3328 w 55"/>
                  <a:gd name="T13" fmla="*/ 1024 h 55"/>
                  <a:gd name="T14" fmla="*/ 3264 w 55"/>
                  <a:gd name="T15" fmla="*/ 1024 h 55"/>
                  <a:gd name="T16" fmla="*/ 2048 w 55"/>
                  <a:gd name="T17" fmla="*/ 320 h 55"/>
                  <a:gd name="T18" fmla="*/ 1088 w 55"/>
                  <a:gd name="T19" fmla="*/ 1600 h 55"/>
                  <a:gd name="T20" fmla="*/ 2112 w 55"/>
                  <a:gd name="T21" fmla="*/ 3136 h 55"/>
                  <a:gd name="T22" fmla="*/ 2368 w 55"/>
                  <a:gd name="T23" fmla="*/ 3136 h 55"/>
                  <a:gd name="T24" fmla="*/ 2368 w 55"/>
                  <a:gd name="T25" fmla="*/ 2368 h 55"/>
                  <a:gd name="T26" fmla="*/ 2048 w 55"/>
                  <a:gd name="T27" fmla="*/ 1792 h 55"/>
                  <a:gd name="T28" fmla="*/ 2048 w 55"/>
                  <a:gd name="T29" fmla="*/ 1728 h 55"/>
                  <a:gd name="T30" fmla="*/ 3520 w 55"/>
                  <a:gd name="T31" fmla="*/ 1728 h 55"/>
                  <a:gd name="T32" fmla="*/ 3520 w 55"/>
                  <a:gd name="T33" fmla="*/ 1792 h 5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5" h="55">
                    <a:moveTo>
                      <a:pt x="55" y="28"/>
                    </a:moveTo>
                    <a:cubicBezTo>
                      <a:pt x="50" y="33"/>
                      <a:pt x="53" y="53"/>
                      <a:pt x="53" y="53"/>
                    </a:cubicBezTo>
                    <a:cubicBezTo>
                      <a:pt x="47" y="53"/>
                      <a:pt x="36" y="55"/>
                      <a:pt x="30" y="55"/>
                    </a:cubicBezTo>
                    <a:cubicBezTo>
                      <a:pt x="13" y="55"/>
                      <a:pt x="0" y="45"/>
                      <a:pt x="0" y="28"/>
                    </a:cubicBezTo>
                    <a:cubicBezTo>
                      <a:pt x="0" y="10"/>
                      <a:pt x="13" y="0"/>
                      <a:pt x="30" y="0"/>
                    </a:cubicBezTo>
                    <a:cubicBezTo>
                      <a:pt x="34" y="0"/>
                      <a:pt x="48" y="2"/>
                      <a:pt x="52" y="1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47" y="6"/>
                      <a:pt x="36" y="5"/>
                      <a:pt x="32" y="5"/>
                    </a:cubicBezTo>
                    <a:cubicBezTo>
                      <a:pt x="23" y="5"/>
                      <a:pt x="17" y="16"/>
                      <a:pt x="17" y="25"/>
                    </a:cubicBezTo>
                    <a:cubicBezTo>
                      <a:pt x="17" y="35"/>
                      <a:pt x="18" y="49"/>
                      <a:pt x="33" y="49"/>
                    </a:cubicBezTo>
                    <a:cubicBezTo>
                      <a:pt x="34" y="49"/>
                      <a:pt x="36" y="49"/>
                      <a:pt x="37" y="4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4"/>
                      <a:pt x="37" y="29"/>
                      <a:pt x="32" y="28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55" y="27"/>
                      <a:pt x="55" y="27"/>
                      <a:pt x="55" y="27"/>
                    </a:cubicBezTo>
                    <a:lnTo>
                      <a:pt x="55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1" name="Freeform 348">
                <a:extLst>
                  <a:ext uri="{FF2B5EF4-FFF2-40B4-BE49-F238E27FC236}">
                    <a16:creationId xmlns:a16="http://schemas.microsoft.com/office/drawing/2014/main" id="{6144B23E-CFE1-2D9E-6922-253ED605A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3459"/>
                <a:ext cx="108" cy="106"/>
              </a:xfrm>
              <a:custGeom>
                <a:avLst/>
                <a:gdLst>
                  <a:gd name="T0" fmla="*/ 2240 w 54"/>
                  <a:gd name="T1" fmla="*/ 2624 h 53"/>
                  <a:gd name="T2" fmla="*/ 2368 w 54"/>
                  <a:gd name="T3" fmla="*/ 3392 h 53"/>
                  <a:gd name="T4" fmla="*/ 2368 w 54"/>
                  <a:gd name="T5" fmla="*/ 3392 h 53"/>
                  <a:gd name="T6" fmla="*/ 1024 w 54"/>
                  <a:gd name="T7" fmla="*/ 3392 h 53"/>
                  <a:gd name="T8" fmla="*/ 1024 w 54"/>
                  <a:gd name="T9" fmla="*/ 3392 h 53"/>
                  <a:gd name="T10" fmla="*/ 1280 w 54"/>
                  <a:gd name="T11" fmla="*/ 2624 h 53"/>
                  <a:gd name="T12" fmla="*/ 1280 w 54"/>
                  <a:gd name="T13" fmla="*/ 2112 h 53"/>
                  <a:gd name="T14" fmla="*/ 0 w 54"/>
                  <a:gd name="T15" fmla="*/ 0 h 53"/>
                  <a:gd name="T16" fmla="*/ 0 w 54"/>
                  <a:gd name="T17" fmla="*/ 0 h 53"/>
                  <a:gd name="T18" fmla="*/ 1344 w 54"/>
                  <a:gd name="T19" fmla="*/ 0 h 53"/>
                  <a:gd name="T20" fmla="*/ 1344 w 54"/>
                  <a:gd name="T21" fmla="*/ 0 h 53"/>
                  <a:gd name="T22" fmla="*/ 2048 w 54"/>
                  <a:gd name="T23" fmla="*/ 1536 h 53"/>
                  <a:gd name="T24" fmla="*/ 2368 w 54"/>
                  <a:gd name="T25" fmla="*/ 832 h 53"/>
                  <a:gd name="T26" fmla="*/ 2240 w 54"/>
                  <a:gd name="T27" fmla="*/ 0 h 53"/>
                  <a:gd name="T28" fmla="*/ 2240 w 54"/>
                  <a:gd name="T29" fmla="*/ 0 h 53"/>
                  <a:gd name="T30" fmla="*/ 3456 w 54"/>
                  <a:gd name="T31" fmla="*/ 0 h 53"/>
                  <a:gd name="T32" fmla="*/ 3456 w 54"/>
                  <a:gd name="T33" fmla="*/ 0 h 53"/>
                  <a:gd name="T34" fmla="*/ 2240 w 54"/>
                  <a:gd name="T35" fmla="*/ 2112 h 53"/>
                  <a:gd name="T36" fmla="*/ 2240 w 54"/>
                  <a:gd name="T37" fmla="*/ 2624 h 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53">
                    <a:moveTo>
                      <a:pt x="35" y="41"/>
                    </a:moveTo>
                    <a:cubicBezTo>
                      <a:pt x="35" y="46"/>
                      <a:pt x="34" y="49"/>
                      <a:pt x="37" y="53"/>
                    </a:cubicBezTo>
                    <a:cubicBezTo>
                      <a:pt x="37" y="53"/>
                      <a:pt x="37" y="53"/>
                      <a:pt x="37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20" y="50"/>
                      <a:pt x="20" y="46"/>
                      <a:pt x="20" y="41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6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7" y="13"/>
                      <a:pt x="37" y="13"/>
                      <a:pt x="37" y="13"/>
                    </a:cubicBezTo>
                    <a:cubicBezTo>
                      <a:pt x="41" y="4"/>
                      <a:pt x="36" y="1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7" y="4"/>
                      <a:pt x="35" y="33"/>
                      <a:pt x="35" y="33"/>
                    </a:cubicBezTo>
                    <a:lnTo>
                      <a:pt x="3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2" name="Freeform 349">
                <a:extLst>
                  <a:ext uri="{FF2B5EF4-FFF2-40B4-BE49-F238E27FC236}">
                    <a16:creationId xmlns:a16="http://schemas.microsoft.com/office/drawing/2014/main" id="{1A357E5E-CF11-AAE1-5B74-5C14A237A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" y="3613"/>
                <a:ext cx="76" cy="106"/>
              </a:xfrm>
              <a:custGeom>
                <a:avLst/>
                <a:gdLst>
                  <a:gd name="T0" fmla="*/ 1280 w 38"/>
                  <a:gd name="T1" fmla="*/ 3008 h 53"/>
                  <a:gd name="T2" fmla="*/ 1344 w 38"/>
                  <a:gd name="T3" fmla="*/ 3072 h 53"/>
                  <a:gd name="T4" fmla="*/ 2368 w 38"/>
                  <a:gd name="T5" fmla="*/ 2304 h 53"/>
                  <a:gd name="T6" fmla="*/ 2432 w 38"/>
                  <a:gd name="T7" fmla="*/ 2304 h 53"/>
                  <a:gd name="T8" fmla="*/ 2240 w 38"/>
                  <a:gd name="T9" fmla="*/ 3392 h 53"/>
                  <a:gd name="T10" fmla="*/ 0 w 38"/>
                  <a:gd name="T11" fmla="*/ 3392 h 53"/>
                  <a:gd name="T12" fmla="*/ 0 w 38"/>
                  <a:gd name="T13" fmla="*/ 3392 h 53"/>
                  <a:gd name="T14" fmla="*/ 320 w 38"/>
                  <a:gd name="T15" fmla="*/ 2688 h 53"/>
                  <a:gd name="T16" fmla="*/ 320 w 38"/>
                  <a:gd name="T17" fmla="*/ 768 h 53"/>
                  <a:gd name="T18" fmla="*/ 0 w 38"/>
                  <a:gd name="T19" fmla="*/ 0 h 53"/>
                  <a:gd name="T20" fmla="*/ 0 w 38"/>
                  <a:gd name="T21" fmla="*/ 0 h 53"/>
                  <a:gd name="T22" fmla="*/ 1600 w 38"/>
                  <a:gd name="T23" fmla="*/ 0 h 53"/>
                  <a:gd name="T24" fmla="*/ 1600 w 38"/>
                  <a:gd name="T25" fmla="*/ 0 h 53"/>
                  <a:gd name="T26" fmla="*/ 1280 w 38"/>
                  <a:gd name="T27" fmla="*/ 768 h 53"/>
                  <a:gd name="T28" fmla="*/ 1280 w 38"/>
                  <a:gd name="T29" fmla="*/ 3008 h 5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8" h="53">
                    <a:moveTo>
                      <a:pt x="20" y="47"/>
                    </a:moveTo>
                    <a:cubicBezTo>
                      <a:pt x="20" y="47"/>
                      <a:pt x="21" y="47"/>
                      <a:pt x="21" y="48"/>
                    </a:cubicBezTo>
                    <a:cubicBezTo>
                      <a:pt x="34" y="49"/>
                      <a:pt x="37" y="36"/>
                      <a:pt x="37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5" y="46"/>
                      <a:pt x="5" y="4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1" y="3"/>
                      <a:pt x="20" y="8"/>
                      <a:pt x="20" y="12"/>
                    </a:cubicBezTo>
                    <a:lnTo>
                      <a:pt x="2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3" name="Freeform 350">
                <a:extLst>
                  <a:ext uri="{FF2B5EF4-FFF2-40B4-BE49-F238E27FC236}">
                    <a16:creationId xmlns:a16="http://schemas.microsoft.com/office/drawing/2014/main" id="{6E790930-2EB5-3917-C780-4FE800188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" y="3613"/>
                <a:ext cx="48" cy="106"/>
              </a:xfrm>
              <a:custGeom>
                <a:avLst/>
                <a:gdLst>
                  <a:gd name="T0" fmla="*/ 1280 w 24"/>
                  <a:gd name="T1" fmla="*/ 2688 h 53"/>
                  <a:gd name="T2" fmla="*/ 1536 w 24"/>
                  <a:gd name="T3" fmla="*/ 3392 h 53"/>
                  <a:gd name="T4" fmla="*/ 1536 w 24"/>
                  <a:gd name="T5" fmla="*/ 3392 h 53"/>
                  <a:gd name="T6" fmla="*/ 0 w 24"/>
                  <a:gd name="T7" fmla="*/ 3392 h 53"/>
                  <a:gd name="T8" fmla="*/ 0 w 24"/>
                  <a:gd name="T9" fmla="*/ 3392 h 53"/>
                  <a:gd name="T10" fmla="*/ 256 w 24"/>
                  <a:gd name="T11" fmla="*/ 2688 h 53"/>
                  <a:gd name="T12" fmla="*/ 256 w 24"/>
                  <a:gd name="T13" fmla="*/ 768 h 53"/>
                  <a:gd name="T14" fmla="*/ 0 w 24"/>
                  <a:gd name="T15" fmla="*/ 0 h 53"/>
                  <a:gd name="T16" fmla="*/ 0 w 24"/>
                  <a:gd name="T17" fmla="*/ 0 h 53"/>
                  <a:gd name="T18" fmla="*/ 1472 w 24"/>
                  <a:gd name="T19" fmla="*/ 0 h 53"/>
                  <a:gd name="T20" fmla="*/ 1472 w 24"/>
                  <a:gd name="T21" fmla="*/ 0 h 53"/>
                  <a:gd name="T22" fmla="*/ 1280 w 24"/>
                  <a:gd name="T23" fmla="*/ 768 h 53"/>
                  <a:gd name="T24" fmla="*/ 1280 w 24"/>
                  <a:gd name="T25" fmla="*/ 2688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4" h="53">
                    <a:moveTo>
                      <a:pt x="20" y="42"/>
                    </a:moveTo>
                    <a:cubicBezTo>
                      <a:pt x="20" y="46"/>
                      <a:pt x="20" y="50"/>
                      <a:pt x="2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4" y="46"/>
                      <a:pt x="4" y="4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9" y="3"/>
                      <a:pt x="20" y="8"/>
                      <a:pt x="20" y="12"/>
                    </a:cubicBezTo>
                    <a:lnTo>
                      <a:pt x="2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4" name="Freeform 351">
                <a:extLst>
                  <a:ext uri="{FF2B5EF4-FFF2-40B4-BE49-F238E27FC236}">
                    <a16:creationId xmlns:a16="http://schemas.microsoft.com/office/drawing/2014/main" id="{E5DD9F7C-2959-7EBC-78B4-E9907A26F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6" y="3613"/>
                <a:ext cx="136" cy="106"/>
              </a:xfrm>
              <a:custGeom>
                <a:avLst/>
                <a:gdLst>
                  <a:gd name="T0" fmla="*/ 3008 w 68"/>
                  <a:gd name="T1" fmla="*/ 0 h 53"/>
                  <a:gd name="T2" fmla="*/ 4288 w 68"/>
                  <a:gd name="T3" fmla="*/ 0 h 53"/>
                  <a:gd name="T4" fmla="*/ 4288 w 68"/>
                  <a:gd name="T5" fmla="*/ 0 h 53"/>
                  <a:gd name="T6" fmla="*/ 4096 w 68"/>
                  <a:gd name="T7" fmla="*/ 384 h 53"/>
                  <a:gd name="T8" fmla="*/ 4160 w 68"/>
                  <a:gd name="T9" fmla="*/ 2624 h 53"/>
                  <a:gd name="T10" fmla="*/ 4352 w 68"/>
                  <a:gd name="T11" fmla="*/ 3392 h 53"/>
                  <a:gd name="T12" fmla="*/ 4352 w 68"/>
                  <a:gd name="T13" fmla="*/ 3392 h 53"/>
                  <a:gd name="T14" fmla="*/ 2944 w 68"/>
                  <a:gd name="T15" fmla="*/ 3392 h 53"/>
                  <a:gd name="T16" fmla="*/ 2944 w 68"/>
                  <a:gd name="T17" fmla="*/ 3392 h 53"/>
                  <a:gd name="T18" fmla="*/ 3136 w 68"/>
                  <a:gd name="T19" fmla="*/ 3008 h 53"/>
                  <a:gd name="T20" fmla="*/ 3072 w 68"/>
                  <a:gd name="T21" fmla="*/ 960 h 53"/>
                  <a:gd name="T22" fmla="*/ 2176 w 68"/>
                  <a:gd name="T23" fmla="*/ 3392 h 53"/>
                  <a:gd name="T24" fmla="*/ 1856 w 68"/>
                  <a:gd name="T25" fmla="*/ 3392 h 53"/>
                  <a:gd name="T26" fmla="*/ 896 w 68"/>
                  <a:gd name="T27" fmla="*/ 960 h 53"/>
                  <a:gd name="T28" fmla="*/ 896 w 68"/>
                  <a:gd name="T29" fmla="*/ 2560 h 53"/>
                  <a:gd name="T30" fmla="*/ 1280 w 68"/>
                  <a:gd name="T31" fmla="*/ 3392 h 53"/>
                  <a:gd name="T32" fmla="*/ 1280 w 68"/>
                  <a:gd name="T33" fmla="*/ 3392 h 53"/>
                  <a:gd name="T34" fmla="*/ 0 w 68"/>
                  <a:gd name="T35" fmla="*/ 3392 h 53"/>
                  <a:gd name="T36" fmla="*/ 0 w 68"/>
                  <a:gd name="T37" fmla="*/ 3392 h 53"/>
                  <a:gd name="T38" fmla="*/ 384 w 68"/>
                  <a:gd name="T39" fmla="*/ 2752 h 53"/>
                  <a:gd name="T40" fmla="*/ 512 w 68"/>
                  <a:gd name="T41" fmla="*/ 704 h 53"/>
                  <a:gd name="T42" fmla="*/ 256 w 68"/>
                  <a:gd name="T43" fmla="*/ 0 h 53"/>
                  <a:gd name="T44" fmla="*/ 256 w 68"/>
                  <a:gd name="T45" fmla="*/ 0 h 53"/>
                  <a:gd name="T46" fmla="*/ 1664 w 68"/>
                  <a:gd name="T47" fmla="*/ 0 h 53"/>
                  <a:gd name="T48" fmla="*/ 2304 w 68"/>
                  <a:gd name="T49" fmla="*/ 1792 h 53"/>
                  <a:gd name="T50" fmla="*/ 3008 w 68"/>
                  <a:gd name="T51" fmla="*/ 0 h 5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68" h="53">
                    <a:moveTo>
                      <a:pt x="47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2"/>
                      <a:pt x="64" y="4"/>
                      <a:pt x="64" y="6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50"/>
                      <a:pt x="68" y="53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8" y="51"/>
                      <a:pt x="49" y="50"/>
                      <a:pt x="49" y="47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27"/>
                      <a:pt x="14" y="40"/>
                    </a:cubicBezTo>
                    <a:cubicBezTo>
                      <a:pt x="14" y="46"/>
                      <a:pt x="15" y="51"/>
                      <a:pt x="20" y="53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3" y="52"/>
                      <a:pt x="5" y="48"/>
                      <a:pt x="6" y="43"/>
                    </a:cubicBezTo>
                    <a:cubicBezTo>
                      <a:pt x="7" y="38"/>
                      <a:pt x="8" y="14"/>
                      <a:pt x="8" y="11"/>
                    </a:cubicBezTo>
                    <a:cubicBezTo>
                      <a:pt x="8" y="4"/>
                      <a:pt x="8" y="2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5" name="Freeform 352">
                <a:extLst>
                  <a:ext uri="{FF2B5EF4-FFF2-40B4-BE49-F238E27FC236}">
                    <a16:creationId xmlns:a16="http://schemas.microsoft.com/office/drawing/2014/main" id="{651EFA96-71AF-F596-1009-A721F0593B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6" y="3457"/>
                <a:ext cx="118" cy="110"/>
              </a:xfrm>
              <a:custGeom>
                <a:avLst/>
                <a:gdLst>
                  <a:gd name="T0" fmla="*/ 1920 w 59"/>
                  <a:gd name="T1" fmla="*/ 0 h 55"/>
                  <a:gd name="T2" fmla="*/ 0 w 59"/>
                  <a:gd name="T3" fmla="*/ 1728 h 55"/>
                  <a:gd name="T4" fmla="*/ 1856 w 59"/>
                  <a:gd name="T5" fmla="*/ 3520 h 55"/>
                  <a:gd name="T6" fmla="*/ 3776 w 59"/>
                  <a:gd name="T7" fmla="*/ 1728 h 55"/>
                  <a:gd name="T8" fmla="*/ 1920 w 59"/>
                  <a:gd name="T9" fmla="*/ 0 h 55"/>
                  <a:gd name="T10" fmla="*/ 1984 w 59"/>
                  <a:gd name="T11" fmla="*/ 3200 h 55"/>
                  <a:gd name="T12" fmla="*/ 1088 w 59"/>
                  <a:gd name="T13" fmla="*/ 1792 h 55"/>
                  <a:gd name="T14" fmla="*/ 1856 w 59"/>
                  <a:gd name="T15" fmla="*/ 320 h 55"/>
                  <a:gd name="T16" fmla="*/ 2752 w 59"/>
                  <a:gd name="T17" fmla="*/ 1728 h 55"/>
                  <a:gd name="T18" fmla="*/ 1984 w 59"/>
                  <a:gd name="T19" fmla="*/ 3200 h 5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9" h="55">
                    <a:moveTo>
                      <a:pt x="30" y="0"/>
                    </a:moveTo>
                    <a:cubicBezTo>
                      <a:pt x="14" y="0"/>
                      <a:pt x="0" y="10"/>
                      <a:pt x="0" y="27"/>
                    </a:cubicBezTo>
                    <a:cubicBezTo>
                      <a:pt x="0" y="44"/>
                      <a:pt x="12" y="55"/>
                      <a:pt x="29" y="55"/>
                    </a:cubicBezTo>
                    <a:cubicBezTo>
                      <a:pt x="45" y="55"/>
                      <a:pt x="59" y="45"/>
                      <a:pt x="59" y="27"/>
                    </a:cubicBezTo>
                    <a:cubicBezTo>
                      <a:pt x="59" y="10"/>
                      <a:pt x="47" y="0"/>
                      <a:pt x="30" y="0"/>
                    </a:cubicBezTo>
                    <a:close/>
                    <a:moveTo>
                      <a:pt x="31" y="50"/>
                    </a:moveTo>
                    <a:cubicBezTo>
                      <a:pt x="24" y="51"/>
                      <a:pt x="18" y="41"/>
                      <a:pt x="17" y="28"/>
                    </a:cubicBezTo>
                    <a:cubicBezTo>
                      <a:pt x="16" y="16"/>
                      <a:pt x="22" y="5"/>
                      <a:pt x="29" y="5"/>
                    </a:cubicBezTo>
                    <a:cubicBezTo>
                      <a:pt x="36" y="5"/>
                      <a:pt x="43" y="14"/>
                      <a:pt x="43" y="27"/>
                    </a:cubicBezTo>
                    <a:cubicBezTo>
                      <a:pt x="44" y="39"/>
                      <a:pt x="39" y="50"/>
                      <a:pt x="31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6" name="Freeform 353">
                <a:extLst>
                  <a:ext uri="{FF2B5EF4-FFF2-40B4-BE49-F238E27FC236}">
                    <a16:creationId xmlns:a16="http://schemas.microsoft.com/office/drawing/2014/main" id="{CEE7199C-376D-0643-E23C-59630F94A5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86" y="3457"/>
                <a:ext cx="120" cy="110"/>
              </a:xfrm>
              <a:custGeom>
                <a:avLst/>
                <a:gdLst>
                  <a:gd name="T0" fmla="*/ 1984 w 60"/>
                  <a:gd name="T1" fmla="*/ 0 h 55"/>
                  <a:gd name="T2" fmla="*/ 0 w 60"/>
                  <a:gd name="T3" fmla="*/ 1728 h 55"/>
                  <a:gd name="T4" fmla="*/ 1920 w 60"/>
                  <a:gd name="T5" fmla="*/ 3520 h 55"/>
                  <a:gd name="T6" fmla="*/ 3840 w 60"/>
                  <a:gd name="T7" fmla="*/ 1728 h 55"/>
                  <a:gd name="T8" fmla="*/ 1984 w 60"/>
                  <a:gd name="T9" fmla="*/ 0 h 55"/>
                  <a:gd name="T10" fmla="*/ 2048 w 60"/>
                  <a:gd name="T11" fmla="*/ 3200 h 55"/>
                  <a:gd name="T12" fmla="*/ 1152 w 60"/>
                  <a:gd name="T13" fmla="*/ 1792 h 55"/>
                  <a:gd name="T14" fmla="*/ 1920 w 60"/>
                  <a:gd name="T15" fmla="*/ 320 h 55"/>
                  <a:gd name="T16" fmla="*/ 2816 w 60"/>
                  <a:gd name="T17" fmla="*/ 1728 h 55"/>
                  <a:gd name="T18" fmla="*/ 2048 w 60"/>
                  <a:gd name="T19" fmla="*/ 3200 h 5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0" h="55">
                    <a:moveTo>
                      <a:pt x="31" y="0"/>
                    </a:moveTo>
                    <a:cubicBezTo>
                      <a:pt x="14" y="0"/>
                      <a:pt x="0" y="10"/>
                      <a:pt x="0" y="27"/>
                    </a:cubicBezTo>
                    <a:cubicBezTo>
                      <a:pt x="0" y="44"/>
                      <a:pt x="13" y="55"/>
                      <a:pt x="30" y="55"/>
                    </a:cubicBezTo>
                    <a:cubicBezTo>
                      <a:pt x="46" y="55"/>
                      <a:pt x="60" y="45"/>
                      <a:pt x="60" y="27"/>
                    </a:cubicBezTo>
                    <a:cubicBezTo>
                      <a:pt x="60" y="10"/>
                      <a:pt x="47" y="0"/>
                      <a:pt x="31" y="0"/>
                    </a:cubicBezTo>
                    <a:close/>
                    <a:moveTo>
                      <a:pt x="32" y="50"/>
                    </a:moveTo>
                    <a:cubicBezTo>
                      <a:pt x="25" y="51"/>
                      <a:pt x="18" y="41"/>
                      <a:pt x="18" y="28"/>
                    </a:cubicBezTo>
                    <a:cubicBezTo>
                      <a:pt x="17" y="16"/>
                      <a:pt x="22" y="5"/>
                      <a:pt x="30" y="5"/>
                    </a:cubicBezTo>
                    <a:cubicBezTo>
                      <a:pt x="37" y="5"/>
                      <a:pt x="43" y="14"/>
                      <a:pt x="44" y="27"/>
                    </a:cubicBezTo>
                    <a:cubicBezTo>
                      <a:pt x="45" y="39"/>
                      <a:pt x="39" y="50"/>
                      <a:pt x="32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7" name="Freeform 354">
                <a:extLst>
                  <a:ext uri="{FF2B5EF4-FFF2-40B4-BE49-F238E27FC236}">
                    <a16:creationId xmlns:a16="http://schemas.microsoft.com/office/drawing/2014/main" id="{96EE28DD-907A-CD36-66B5-5A977B0F8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4" y="3459"/>
                <a:ext cx="74" cy="106"/>
              </a:xfrm>
              <a:custGeom>
                <a:avLst/>
                <a:gdLst>
                  <a:gd name="T0" fmla="*/ 1280 w 37"/>
                  <a:gd name="T1" fmla="*/ 1536 h 53"/>
                  <a:gd name="T2" fmla="*/ 1536 w 37"/>
                  <a:gd name="T3" fmla="*/ 1536 h 53"/>
                  <a:gd name="T4" fmla="*/ 2112 w 37"/>
                  <a:gd name="T5" fmla="*/ 1152 h 53"/>
                  <a:gd name="T6" fmla="*/ 2112 w 37"/>
                  <a:gd name="T7" fmla="*/ 1152 h 53"/>
                  <a:gd name="T8" fmla="*/ 2112 w 37"/>
                  <a:gd name="T9" fmla="*/ 1728 h 53"/>
                  <a:gd name="T10" fmla="*/ 2112 w 37"/>
                  <a:gd name="T11" fmla="*/ 2240 h 53"/>
                  <a:gd name="T12" fmla="*/ 2112 w 37"/>
                  <a:gd name="T13" fmla="*/ 2240 h 53"/>
                  <a:gd name="T14" fmla="*/ 1536 w 37"/>
                  <a:gd name="T15" fmla="*/ 1856 h 53"/>
                  <a:gd name="T16" fmla="*/ 1280 w 37"/>
                  <a:gd name="T17" fmla="*/ 1856 h 53"/>
                  <a:gd name="T18" fmla="*/ 1280 w 37"/>
                  <a:gd name="T19" fmla="*/ 2624 h 53"/>
                  <a:gd name="T20" fmla="*/ 1536 w 37"/>
                  <a:gd name="T21" fmla="*/ 3392 h 53"/>
                  <a:gd name="T22" fmla="*/ 1536 w 37"/>
                  <a:gd name="T23" fmla="*/ 3392 h 53"/>
                  <a:gd name="T24" fmla="*/ 0 w 37"/>
                  <a:gd name="T25" fmla="*/ 3392 h 53"/>
                  <a:gd name="T26" fmla="*/ 0 w 37"/>
                  <a:gd name="T27" fmla="*/ 3392 h 53"/>
                  <a:gd name="T28" fmla="*/ 320 w 37"/>
                  <a:gd name="T29" fmla="*/ 2624 h 53"/>
                  <a:gd name="T30" fmla="*/ 320 w 37"/>
                  <a:gd name="T31" fmla="*/ 704 h 53"/>
                  <a:gd name="T32" fmla="*/ 0 w 37"/>
                  <a:gd name="T33" fmla="*/ 0 h 53"/>
                  <a:gd name="T34" fmla="*/ 0 w 37"/>
                  <a:gd name="T35" fmla="*/ 0 h 53"/>
                  <a:gd name="T36" fmla="*/ 2176 w 37"/>
                  <a:gd name="T37" fmla="*/ 0 h 53"/>
                  <a:gd name="T38" fmla="*/ 2368 w 37"/>
                  <a:gd name="T39" fmla="*/ 0 h 53"/>
                  <a:gd name="T40" fmla="*/ 2368 w 37"/>
                  <a:gd name="T41" fmla="*/ 0 h 53"/>
                  <a:gd name="T42" fmla="*/ 2368 w 37"/>
                  <a:gd name="T43" fmla="*/ 768 h 53"/>
                  <a:gd name="T44" fmla="*/ 2368 w 37"/>
                  <a:gd name="T45" fmla="*/ 768 h 53"/>
                  <a:gd name="T46" fmla="*/ 1728 w 37"/>
                  <a:gd name="T47" fmla="*/ 320 h 53"/>
                  <a:gd name="T48" fmla="*/ 1280 w 37"/>
                  <a:gd name="T49" fmla="*/ 320 h 53"/>
                  <a:gd name="T50" fmla="*/ 1280 w 37"/>
                  <a:gd name="T51" fmla="*/ 1536 h 5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7" h="53">
                    <a:moveTo>
                      <a:pt x="20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8" y="24"/>
                      <a:pt x="31" y="21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1" y="32"/>
                      <a:pt x="28" y="29"/>
                      <a:pt x="24" y="29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6"/>
                      <a:pt x="20" y="49"/>
                      <a:pt x="2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5" y="46"/>
                      <a:pt x="5" y="4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7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0"/>
                      <a:pt x="36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35" y="8"/>
                      <a:pt x="33" y="5"/>
                      <a:pt x="27" y="5"/>
                    </a:cubicBezTo>
                    <a:cubicBezTo>
                      <a:pt x="20" y="5"/>
                      <a:pt x="20" y="5"/>
                      <a:pt x="20" y="5"/>
                    </a:cubicBezTo>
                    <a:lnTo>
                      <a:pt x="20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8" name="Freeform 355">
                <a:extLst>
                  <a:ext uri="{FF2B5EF4-FFF2-40B4-BE49-F238E27FC236}">
                    <a16:creationId xmlns:a16="http://schemas.microsoft.com/office/drawing/2014/main" id="{738902D3-DE3D-3DE2-DB8D-024A0732DC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2" y="3457"/>
                <a:ext cx="120" cy="110"/>
              </a:xfrm>
              <a:custGeom>
                <a:avLst/>
                <a:gdLst>
                  <a:gd name="T0" fmla="*/ 1920 w 60"/>
                  <a:gd name="T1" fmla="*/ 0 h 55"/>
                  <a:gd name="T2" fmla="*/ 0 w 60"/>
                  <a:gd name="T3" fmla="*/ 1728 h 55"/>
                  <a:gd name="T4" fmla="*/ 1856 w 60"/>
                  <a:gd name="T5" fmla="*/ 3520 h 55"/>
                  <a:gd name="T6" fmla="*/ 3840 w 60"/>
                  <a:gd name="T7" fmla="*/ 1728 h 55"/>
                  <a:gd name="T8" fmla="*/ 1920 w 60"/>
                  <a:gd name="T9" fmla="*/ 0 h 55"/>
                  <a:gd name="T10" fmla="*/ 2048 w 60"/>
                  <a:gd name="T11" fmla="*/ 3200 h 55"/>
                  <a:gd name="T12" fmla="*/ 1152 w 60"/>
                  <a:gd name="T13" fmla="*/ 1792 h 55"/>
                  <a:gd name="T14" fmla="*/ 1920 w 60"/>
                  <a:gd name="T15" fmla="*/ 320 h 55"/>
                  <a:gd name="T16" fmla="*/ 2816 w 60"/>
                  <a:gd name="T17" fmla="*/ 1728 h 55"/>
                  <a:gd name="T18" fmla="*/ 2048 w 60"/>
                  <a:gd name="T19" fmla="*/ 3200 h 5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0" h="55">
                    <a:moveTo>
                      <a:pt x="30" y="0"/>
                    </a:moveTo>
                    <a:cubicBezTo>
                      <a:pt x="14" y="0"/>
                      <a:pt x="0" y="10"/>
                      <a:pt x="0" y="27"/>
                    </a:cubicBezTo>
                    <a:cubicBezTo>
                      <a:pt x="0" y="44"/>
                      <a:pt x="13" y="55"/>
                      <a:pt x="29" y="55"/>
                    </a:cubicBezTo>
                    <a:cubicBezTo>
                      <a:pt x="46" y="55"/>
                      <a:pt x="60" y="45"/>
                      <a:pt x="60" y="27"/>
                    </a:cubicBezTo>
                    <a:cubicBezTo>
                      <a:pt x="60" y="10"/>
                      <a:pt x="47" y="0"/>
                      <a:pt x="30" y="0"/>
                    </a:cubicBezTo>
                    <a:close/>
                    <a:moveTo>
                      <a:pt x="32" y="50"/>
                    </a:moveTo>
                    <a:cubicBezTo>
                      <a:pt x="25" y="51"/>
                      <a:pt x="18" y="41"/>
                      <a:pt x="18" y="28"/>
                    </a:cubicBezTo>
                    <a:cubicBezTo>
                      <a:pt x="17" y="16"/>
                      <a:pt x="22" y="5"/>
                      <a:pt x="30" y="5"/>
                    </a:cubicBezTo>
                    <a:cubicBezTo>
                      <a:pt x="37" y="5"/>
                      <a:pt x="43" y="14"/>
                      <a:pt x="44" y="27"/>
                    </a:cubicBezTo>
                    <a:cubicBezTo>
                      <a:pt x="44" y="39"/>
                      <a:pt x="39" y="50"/>
                      <a:pt x="32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9" name="Freeform 356">
                <a:extLst>
                  <a:ext uri="{FF2B5EF4-FFF2-40B4-BE49-F238E27FC236}">
                    <a16:creationId xmlns:a16="http://schemas.microsoft.com/office/drawing/2014/main" id="{DD80B39D-DA72-6292-1D41-6E09D8707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613"/>
                <a:ext cx="46" cy="106"/>
              </a:xfrm>
              <a:custGeom>
                <a:avLst/>
                <a:gdLst>
                  <a:gd name="T0" fmla="*/ 256 w 23"/>
                  <a:gd name="T1" fmla="*/ 768 h 53"/>
                  <a:gd name="T2" fmla="*/ 0 w 23"/>
                  <a:gd name="T3" fmla="*/ 0 h 53"/>
                  <a:gd name="T4" fmla="*/ 0 w 23"/>
                  <a:gd name="T5" fmla="*/ 0 h 53"/>
                  <a:gd name="T6" fmla="*/ 1408 w 23"/>
                  <a:gd name="T7" fmla="*/ 0 h 53"/>
                  <a:gd name="T8" fmla="*/ 1408 w 23"/>
                  <a:gd name="T9" fmla="*/ 0 h 53"/>
                  <a:gd name="T10" fmla="*/ 1216 w 23"/>
                  <a:gd name="T11" fmla="*/ 768 h 53"/>
                  <a:gd name="T12" fmla="*/ 1216 w 23"/>
                  <a:gd name="T13" fmla="*/ 2688 h 53"/>
                  <a:gd name="T14" fmla="*/ 1472 w 23"/>
                  <a:gd name="T15" fmla="*/ 3392 h 53"/>
                  <a:gd name="T16" fmla="*/ 1472 w 23"/>
                  <a:gd name="T17" fmla="*/ 3392 h 53"/>
                  <a:gd name="T18" fmla="*/ 256 w 23"/>
                  <a:gd name="T19" fmla="*/ 3392 h 53"/>
                  <a:gd name="T20" fmla="*/ 256 w 23"/>
                  <a:gd name="T21" fmla="*/ 768 h 5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" h="53">
                    <a:moveTo>
                      <a:pt x="4" y="12"/>
                    </a:moveTo>
                    <a:cubicBezTo>
                      <a:pt x="4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3"/>
                      <a:pt x="19" y="8"/>
                      <a:pt x="19" y="1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6"/>
                      <a:pt x="19" y="50"/>
                      <a:pt x="23" y="53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0" name="Freeform 357">
                <a:extLst>
                  <a:ext uri="{FF2B5EF4-FFF2-40B4-BE49-F238E27FC236}">
                    <a16:creationId xmlns:a16="http://schemas.microsoft.com/office/drawing/2014/main" id="{BABD489A-D7C2-57AB-C23A-74F2F64C9E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" y="3609"/>
                <a:ext cx="96" cy="110"/>
              </a:xfrm>
              <a:custGeom>
                <a:avLst/>
                <a:gdLst>
                  <a:gd name="T0" fmla="*/ 2112 w 48"/>
                  <a:gd name="T1" fmla="*/ 1600 h 55"/>
                  <a:gd name="T2" fmla="*/ 2880 w 48"/>
                  <a:gd name="T3" fmla="*/ 960 h 55"/>
                  <a:gd name="T4" fmla="*/ 2816 w 48"/>
                  <a:gd name="T5" fmla="*/ 384 h 55"/>
                  <a:gd name="T6" fmla="*/ 1600 w 48"/>
                  <a:gd name="T7" fmla="*/ 64 h 55"/>
                  <a:gd name="T8" fmla="*/ 64 w 48"/>
                  <a:gd name="T9" fmla="*/ 128 h 55"/>
                  <a:gd name="T10" fmla="*/ 64 w 48"/>
                  <a:gd name="T11" fmla="*/ 128 h 55"/>
                  <a:gd name="T12" fmla="*/ 256 w 48"/>
                  <a:gd name="T13" fmla="*/ 896 h 55"/>
                  <a:gd name="T14" fmla="*/ 256 w 48"/>
                  <a:gd name="T15" fmla="*/ 2816 h 55"/>
                  <a:gd name="T16" fmla="*/ 0 w 48"/>
                  <a:gd name="T17" fmla="*/ 3520 h 55"/>
                  <a:gd name="T18" fmla="*/ 0 w 48"/>
                  <a:gd name="T19" fmla="*/ 3520 h 55"/>
                  <a:gd name="T20" fmla="*/ 1600 w 48"/>
                  <a:gd name="T21" fmla="*/ 3520 h 55"/>
                  <a:gd name="T22" fmla="*/ 2688 w 48"/>
                  <a:gd name="T23" fmla="*/ 3264 h 55"/>
                  <a:gd name="T24" fmla="*/ 3072 w 48"/>
                  <a:gd name="T25" fmla="*/ 2496 h 55"/>
                  <a:gd name="T26" fmla="*/ 2112 w 48"/>
                  <a:gd name="T27" fmla="*/ 1600 h 55"/>
                  <a:gd name="T28" fmla="*/ 1472 w 48"/>
                  <a:gd name="T29" fmla="*/ 3264 h 55"/>
                  <a:gd name="T30" fmla="*/ 1344 w 48"/>
                  <a:gd name="T31" fmla="*/ 3136 h 55"/>
                  <a:gd name="T32" fmla="*/ 1344 w 48"/>
                  <a:gd name="T33" fmla="*/ 448 h 55"/>
                  <a:gd name="T34" fmla="*/ 1408 w 48"/>
                  <a:gd name="T35" fmla="*/ 320 h 55"/>
                  <a:gd name="T36" fmla="*/ 1984 w 48"/>
                  <a:gd name="T37" fmla="*/ 896 h 55"/>
                  <a:gd name="T38" fmla="*/ 1408 w 48"/>
                  <a:gd name="T39" fmla="*/ 1600 h 55"/>
                  <a:gd name="T40" fmla="*/ 1408 w 48"/>
                  <a:gd name="T41" fmla="*/ 1728 h 55"/>
                  <a:gd name="T42" fmla="*/ 2112 w 48"/>
                  <a:gd name="T43" fmla="*/ 2560 h 55"/>
                  <a:gd name="T44" fmla="*/ 1472 w 48"/>
                  <a:gd name="T45" fmla="*/ 3264 h 5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8" h="55">
                    <a:moveTo>
                      <a:pt x="33" y="25"/>
                    </a:moveTo>
                    <a:cubicBezTo>
                      <a:pt x="38" y="23"/>
                      <a:pt x="43" y="20"/>
                      <a:pt x="45" y="15"/>
                    </a:cubicBezTo>
                    <a:cubicBezTo>
                      <a:pt x="46" y="13"/>
                      <a:pt x="46" y="10"/>
                      <a:pt x="44" y="6"/>
                    </a:cubicBezTo>
                    <a:cubicBezTo>
                      <a:pt x="41" y="0"/>
                      <a:pt x="29" y="1"/>
                      <a:pt x="25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5" y="5"/>
                      <a:pt x="4" y="9"/>
                      <a:pt x="4" y="1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8"/>
                      <a:pt x="4" y="52"/>
                      <a:pt x="0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0" y="55"/>
                      <a:pt x="38" y="55"/>
                      <a:pt x="42" y="51"/>
                    </a:cubicBezTo>
                    <a:cubicBezTo>
                      <a:pt x="46" y="48"/>
                      <a:pt x="48" y="44"/>
                      <a:pt x="48" y="39"/>
                    </a:cubicBezTo>
                    <a:cubicBezTo>
                      <a:pt x="48" y="29"/>
                      <a:pt x="40" y="26"/>
                      <a:pt x="33" y="25"/>
                    </a:cubicBezTo>
                    <a:close/>
                    <a:moveTo>
                      <a:pt x="23" y="51"/>
                    </a:moveTo>
                    <a:cubicBezTo>
                      <a:pt x="21" y="51"/>
                      <a:pt x="21" y="49"/>
                      <a:pt x="21" y="4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5"/>
                      <a:pt x="22" y="5"/>
                      <a:pt x="22" y="5"/>
                    </a:cubicBezTo>
                    <a:cubicBezTo>
                      <a:pt x="22" y="5"/>
                      <a:pt x="31" y="5"/>
                      <a:pt x="31" y="14"/>
                    </a:cubicBezTo>
                    <a:cubicBezTo>
                      <a:pt x="31" y="24"/>
                      <a:pt x="22" y="25"/>
                      <a:pt x="22" y="25"/>
                    </a:cubicBezTo>
                    <a:cubicBezTo>
                      <a:pt x="22" y="25"/>
                      <a:pt x="22" y="25"/>
                      <a:pt x="22" y="27"/>
                    </a:cubicBezTo>
                    <a:cubicBezTo>
                      <a:pt x="24" y="28"/>
                      <a:pt x="33" y="30"/>
                      <a:pt x="33" y="40"/>
                    </a:cubicBezTo>
                    <a:cubicBezTo>
                      <a:pt x="33" y="51"/>
                      <a:pt x="26" y="51"/>
                      <a:pt x="23" y="5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" name="Freeform 358">
                <a:extLst>
                  <a:ext uri="{FF2B5EF4-FFF2-40B4-BE49-F238E27FC236}">
                    <a16:creationId xmlns:a16="http://schemas.microsoft.com/office/drawing/2014/main" id="{E753D446-9C94-A016-98E8-274A7F3BD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3611"/>
                <a:ext cx="116" cy="108"/>
              </a:xfrm>
              <a:custGeom>
                <a:avLst/>
                <a:gdLst>
                  <a:gd name="T0" fmla="*/ 2112 w 58"/>
                  <a:gd name="T1" fmla="*/ 1024 h 54"/>
                  <a:gd name="T2" fmla="*/ 1344 w 58"/>
                  <a:gd name="T3" fmla="*/ 1664 h 54"/>
                  <a:gd name="T4" fmla="*/ 2240 w 58"/>
                  <a:gd name="T5" fmla="*/ 3136 h 54"/>
                  <a:gd name="T6" fmla="*/ 3072 w 58"/>
                  <a:gd name="T7" fmla="*/ 3456 h 54"/>
                  <a:gd name="T8" fmla="*/ 3712 w 58"/>
                  <a:gd name="T9" fmla="*/ 3456 h 54"/>
                  <a:gd name="T10" fmla="*/ 3712 w 58"/>
                  <a:gd name="T11" fmla="*/ 3456 h 54"/>
                  <a:gd name="T12" fmla="*/ 3136 w 58"/>
                  <a:gd name="T13" fmla="*/ 2880 h 54"/>
                  <a:gd name="T14" fmla="*/ 2304 w 58"/>
                  <a:gd name="T15" fmla="*/ 1664 h 54"/>
                  <a:gd name="T16" fmla="*/ 2176 w 58"/>
                  <a:gd name="T17" fmla="*/ 64 h 54"/>
                  <a:gd name="T18" fmla="*/ 1856 w 58"/>
                  <a:gd name="T19" fmla="*/ 64 h 54"/>
                  <a:gd name="T20" fmla="*/ 0 w 58"/>
                  <a:gd name="T21" fmla="*/ 64 h 54"/>
                  <a:gd name="T22" fmla="*/ 0 w 58"/>
                  <a:gd name="T23" fmla="*/ 64 h 54"/>
                  <a:gd name="T24" fmla="*/ 320 w 58"/>
                  <a:gd name="T25" fmla="*/ 832 h 54"/>
                  <a:gd name="T26" fmla="*/ 320 w 58"/>
                  <a:gd name="T27" fmla="*/ 2752 h 54"/>
                  <a:gd name="T28" fmla="*/ 0 w 58"/>
                  <a:gd name="T29" fmla="*/ 3456 h 54"/>
                  <a:gd name="T30" fmla="*/ 0 w 58"/>
                  <a:gd name="T31" fmla="*/ 3456 h 54"/>
                  <a:gd name="T32" fmla="*/ 1536 w 58"/>
                  <a:gd name="T33" fmla="*/ 3456 h 54"/>
                  <a:gd name="T34" fmla="*/ 1536 w 58"/>
                  <a:gd name="T35" fmla="*/ 3456 h 54"/>
                  <a:gd name="T36" fmla="*/ 1216 w 58"/>
                  <a:gd name="T37" fmla="*/ 2752 h 54"/>
                  <a:gd name="T38" fmla="*/ 1216 w 58"/>
                  <a:gd name="T39" fmla="*/ 320 h 54"/>
                  <a:gd name="T40" fmla="*/ 2112 w 58"/>
                  <a:gd name="T41" fmla="*/ 1024 h 5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8" h="54">
                    <a:moveTo>
                      <a:pt x="33" y="16"/>
                    </a:moveTo>
                    <a:cubicBezTo>
                      <a:pt x="33" y="27"/>
                      <a:pt x="21" y="26"/>
                      <a:pt x="21" y="26"/>
                    </a:cubicBezTo>
                    <a:cubicBezTo>
                      <a:pt x="26" y="39"/>
                      <a:pt x="35" y="49"/>
                      <a:pt x="35" y="49"/>
                    </a:cubicBezTo>
                    <a:cubicBezTo>
                      <a:pt x="39" y="53"/>
                      <a:pt x="42" y="54"/>
                      <a:pt x="4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7" y="53"/>
                      <a:pt x="55" y="53"/>
                      <a:pt x="49" y="45"/>
                    </a:cubicBezTo>
                    <a:cubicBezTo>
                      <a:pt x="43" y="38"/>
                      <a:pt x="36" y="26"/>
                      <a:pt x="36" y="26"/>
                    </a:cubicBezTo>
                    <a:cubicBezTo>
                      <a:pt x="55" y="18"/>
                      <a:pt x="49" y="0"/>
                      <a:pt x="34" y="1"/>
                    </a:cubicBezTo>
                    <a:cubicBezTo>
                      <a:pt x="34" y="1"/>
                      <a:pt x="33" y="1"/>
                      <a:pt x="29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4" y="4"/>
                      <a:pt x="5" y="9"/>
                      <a:pt x="5" y="1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7"/>
                      <a:pt x="4" y="51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20" y="51"/>
                      <a:pt x="19" y="47"/>
                      <a:pt x="19" y="43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5"/>
                      <a:pt x="33" y="2"/>
                      <a:pt x="33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2" name="Freeform 359">
                <a:extLst>
                  <a:ext uri="{FF2B5EF4-FFF2-40B4-BE49-F238E27FC236}">
                    <a16:creationId xmlns:a16="http://schemas.microsoft.com/office/drawing/2014/main" id="{3666A63F-E398-7B71-8424-5551BD9F3F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44" y="3609"/>
                <a:ext cx="118" cy="110"/>
              </a:xfrm>
              <a:custGeom>
                <a:avLst/>
                <a:gdLst>
                  <a:gd name="T0" fmla="*/ 1920 w 59"/>
                  <a:gd name="T1" fmla="*/ 0 h 55"/>
                  <a:gd name="T2" fmla="*/ 0 w 59"/>
                  <a:gd name="T3" fmla="*/ 1728 h 55"/>
                  <a:gd name="T4" fmla="*/ 1856 w 59"/>
                  <a:gd name="T5" fmla="*/ 3520 h 55"/>
                  <a:gd name="T6" fmla="*/ 3776 w 59"/>
                  <a:gd name="T7" fmla="*/ 1728 h 55"/>
                  <a:gd name="T8" fmla="*/ 1920 w 59"/>
                  <a:gd name="T9" fmla="*/ 0 h 55"/>
                  <a:gd name="T10" fmla="*/ 2048 w 59"/>
                  <a:gd name="T11" fmla="*/ 3200 h 55"/>
                  <a:gd name="T12" fmla="*/ 1088 w 59"/>
                  <a:gd name="T13" fmla="*/ 1792 h 55"/>
                  <a:gd name="T14" fmla="*/ 1856 w 59"/>
                  <a:gd name="T15" fmla="*/ 320 h 55"/>
                  <a:gd name="T16" fmla="*/ 2752 w 59"/>
                  <a:gd name="T17" fmla="*/ 1728 h 55"/>
                  <a:gd name="T18" fmla="*/ 2048 w 59"/>
                  <a:gd name="T19" fmla="*/ 3200 h 5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9" h="55">
                    <a:moveTo>
                      <a:pt x="30" y="0"/>
                    </a:moveTo>
                    <a:cubicBezTo>
                      <a:pt x="14" y="0"/>
                      <a:pt x="0" y="10"/>
                      <a:pt x="0" y="27"/>
                    </a:cubicBezTo>
                    <a:cubicBezTo>
                      <a:pt x="0" y="44"/>
                      <a:pt x="13" y="55"/>
                      <a:pt x="29" y="55"/>
                    </a:cubicBezTo>
                    <a:cubicBezTo>
                      <a:pt x="45" y="55"/>
                      <a:pt x="59" y="45"/>
                      <a:pt x="59" y="27"/>
                    </a:cubicBezTo>
                    <a:cubicBezTo>
                      <a:pt x="59" y="10"/>
                      <a:pt x="47" y="0"/>
                      <a:pt x="30" y="0"/>
                    </a:cubicBezTo>
                    <a:close/>
                    <a:moveTo>
                      <a:pt x="32" y="50"/>
                    </a:moveTo>
                    <a:cubicBezTo>
                      <a:pt x="24" y="51"/>
                      <a:pt x="18" y="41"/>
                      <a:pt x="17" y="28"/>
                    </a:cubicBezTo>
                    <a:cubicBezTo>
                      <a:pt x="17" y="16"/>
                      <a:pt x="22" y="5"/>
                      <a:pt x="29" y="5"/>
                    </a:cubicBezTo>
                    <a:cubicBezTo>
                      <a:pt x="36" y="5"/>
                      <a:pt x="43" y="14"/>
                      <a:pt x="43" y="27"/>
                    </a:cubicBezTo>
                    <a:cubicBezTo>
                      <a:pt x="44" y="40"/>
                      <a:pt x="39" y="50"/>
                      <a:pt x="32" y="50"/>
                    </a:cubicBezTo>
                    <a:close/>
                  </a:path>
                </a:pathLst>
              </a:custGeom>
              <a:solidFill>
                <a:srgbClr val="018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3" name="Freeform 360">
                <a:extLst>
                  <a:ext uri="{FF2B5EF4-FFF2-40B4-BE49-F238E27FC236}">
                    <a16:creationId xmlns:a16="http://schemas.microsoft.com/office/drawing/2014/main" id="{7BFC3557-C746-2D24-70C6-6159B7E57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2" y="3613"/>
                <a:ext cx="48" cy="106"/>
              </a:xfrm>
              <a:custGeom>
                <a:avLst/>
                <a:gdLst>
                  <a:gd name="T0" fmla="*/ 1280 w 24"/>
                  <a:gd name="T1" fmla="*/ 2688 h 53"/>
                  <a:gd name="T2" fmla="*/ 1536 w 24"/>
                  <a:gd name="T3" fmla="*/ 3392 h 53"/>
                  <a:gd name="T4" fmla="*/ 1536 w 24"/>
                  <a:gd name="T5" fmla="*/ 3392 h 53"/>
                  <a:gd name="T6" fmla="*/ 0 w 24"/>
                  <a:gd name="T7" fmla="*/ 3392 h 53"/>
                  <a:gd name="T8" fmla="*/ 0 w 24"/>
                  <a:gd name="T9" fmla="*/ 3392 h 53"/>
                  <a:gd name="T10" fmla="*/ 256 w 24"/>
                  <a:gd name="T11" fmla="*/ 2688 h 53"/>
                  <a:gd name="T12" fmla="*/ 256 w 24"/>
                  <a:gd name="T13" fmla="*/ 768 h 53"/>
                  <a:gd name="T14" fmla="*/ 64 w 24"/>
                  <a:gd name="T15" fmla="*/ 0 h 53"/>
                  <a:gd name="T16" fmla="*/ 64 w 24"/>
                  <a:gd name="T17" fmla="*/ 0 h 53"/>
                  <a:gd name="T18" fmla="*/ 1472 w 24"/>
                  <a:gd name="T19" fmla="*/ 0 h 53"/>
                  <a:gd name="T20" fmla="*/ 1472 w 24"/>
                  <a:gd name="T21" fmla="*/ 0 h 53"/>
                  <a:gd name="T22" fmla="*/ 1280 w 24"/>
                  <a:gd name="T23" fmla="*/ 768 h 53"/>
                  <a:gd name="T24" fmla="*/ 1280 w 24"/>
                  <a:gd name="T25" fmla="*/ 2688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4" h="53">
                    <a:moveTo>
                      <a:pt x="20" y="42"/>
                    </a:moveTo>
                    <a:cubicBezTo>
                      <a:pt x="20" y="46"/>
                      <a:pt x="20" y="50"/>
                      <a:pt x="2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4" y="46"/>
                      <a:pt x="4" y="4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8"/>
                      <a:pt x="5" y="3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9" y="3"/>
                      <a:pt x="20" y="8"/>
                      <a:pt x="20" y="12"/>
                    </a:cubicBezTo>
                    <a:lnTo>
                      <a:pt x="2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4" name="Freeform 361">
                <a:extLst>
                  <a:ext uri="{FF2B5EF4-FFF2-40B4-BE49-F238E27FC236}">
                    <a16:creationId xmlns:a16="http://schemas.microsoft.com/office/drawing/2014/main" id="{E39C259C-790E-4238-96CD-60CCB4E33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6" y="3717"/>
                <a:ext cx="172" cy="40"/>
              </a:xfrm>
              <a:custGeom>
                <a:avLst/>
                <a:gdLst>
                  <a:gd name="T0" fmla="*/ 1728 w 86"/>
                  <a:gd name="T1" fmla="*/ 192 h 20"/>
                  <a:gd name="T2" fmla="*/ 2304 w 86"/>
                  <a:gd name="T3" fmla="*/ 320 h 20"/>
                  <a:gd name="T4" fmla="*/ 5504 w 86"/>
                  <a:gd name="T5" fmla="*/ 768 h 20"/>
                  <a:gd name="T6" fmla="*/ 5504 w 86"/>
                  <a:gd name="T7" fmla="*/ 832 h 20"/>
                  <a:gd name="T8" fmla="*/ 4864 w 86"/>
                  <a:gd name="T9" fmla="*/ 1088 h 20"/>
                  <a:gd name="T10" fmla="*/ 2944 w 86"/>
                  <a:gd name="T11" fmla="*/ 1024 h 20"/>
                  <a:gd name="T12" fmla="*/ 2240 w 86"/>
                  <a:gd name="T13" fmla="*/ 832 h 20"/>
                  <a:gd name="T14" fmla="*/ 0 w 86"/>
                  <a:gd name="T15" fmla="*/ 640 h 20"/>
                  <a:gd name="T16" fmla="*/ 0 w 86"/>
                  <a:gd name="T17" fmla="*/ 640 h 20"/>
                  <a:gd name="T18" fmla="*/ 1728 w 86"/>
                  <a:gd name="T19" fmla="*/ 192 h 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6" h="20">
                    <a:moveTo>
                      <a:pt x="27" y="3"/>
                    </a:moveTo>
                    <a:cubicBezTo>
                      <a:pt x="30" y="3"/>
                      <a:pt x="33" y="4"/>
                      <a:pt x="36" y="5"/>
                    </a:cubicBezTo>
                    <a:cubicBezTo>
                      <a:pt x="48" y="9"/>
                      <a:pt x="64" y="14"/>
                      <a:pt x="86" y="12"/>
                    </a:cubicBezTo>
                    <a:cubicBezTo>
                      <a:pt x="86" y="12"/>
                      <a:pt x="86" y="13"/>
                      <a:pt x="86" y="13"/>
                    </a:cubicBezTo>
                    <a:cubicBezTo>
                      <a:pt x="85" y="13"/>
                      <a:pt x="82" y="16"/>
                      <a:pt x="76" y="17"/>
                    </a:cubicBezTo>
                    <a:cubicBezTo>
                      <a:pt x="69" y="19"/>
                      <a:pt x="59" y="20"/>
                      <a:pt x="46" y="16"/>
                    </a:cubicBezTo>
                    <a:cubicBezTo>
                      <a:pt x="42" y="15"/>
                      <a:pt x="38" y="14"/>
                      <a:pt x="35" y="13"/>
                    </a:cubicBezTo>
                    <a:cubicBezTo>
                      <a:pt x="19" y="7"/>
                      <a:pt x="13" y="6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9"/>
                      <a:pt x="13" y="0"/>
                      <a:pt x="27" y="3"/>
                    </a:cubicBezTo>
                    <a:close/>
                  </a:path>
                </a:pathLst>
              </a:custGeom>
              <a:solidFill>
                <a:srgbClr val="0B40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5" name="Freeform 362">
                <a:extLst>
                  <a:ext uri="{FF2B5EF4-FFF2-40B4-BE49-F238E27FC236}">
                    <a16:creationId xmlns:a16="http://schemas.microsoft.com/office/drawing/2014/main" id="{1EA57517-80A8-98DE-DB1A-06D9B61E31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44" y="3731"/>
                <a:ext cx="138" cy="48"/>
              </a:xfrm>
              <a:custGeom>
                <a:avLst/>
                <a:gdLst>
                  <a:gd name="T0" fmla="*/ 1664 w 69"/>
                  <a:gd name="T1" fmla="*/ 384 h 24"/>
                  <a:gd name="T2" fmla="*/ 1920 w 69"/>
                  <a:gd name="T3" fmla="*/ 448 h 24"/>
                  <a:gd name="T4" fmla="*/ 4352 w 69"/>
                  <a:gd name="T5" fmla="*/ 960 h 24"/>
                  <a:gd name="T6" fmla="*/ 4416 w 69"/>
                  <a:gd name="T7" fmla="*/ 960 h 24"/>
                  <a:gd name="T8" fmla="*/ 2176 w 69"/>
                  <a:gd name="T9" fmla="*/ 1024 h 24"/>
                  <a:gd name="T10" fmla="*/ 1728 w 69"/>
                  <a:gd name="T11" fmla="*/ 832 h 24"/>
                  <a:gd name="T12" fmla="*/ 0 w 69"/>
                  <a:gd name="T13" fmla="*/ 512 h 24"/>
                  <a:gd name="T14" fmla="*/ 0 w 69"/>
                  <a:gd name="T15" fmla="*/ 512 h 24"/>
                  <a:gd name="T16" fmla="*/ 1664 w 69"/>
                  <a:gd name="T17" fmla="*/ 384 h 24"/>
                  <a:gd name="T18" fmla="*/ 4416 w 69"/>
                  <a:gd name="T19" fmla="*/ 960 h 24"/>
                  <a:gd name="T20" fmla="*/ 4416 w 69"/>
                  <a:gd name="T21" fmla="*/ 960 h 24"/>
                  <a:gd name="T22" fmla="*/ 4416 w 69"/>
                  <a:gd name="T23" fmla="*/ 96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9" h="24">
                    <a:moveTo>
                      <a:pt x="26" y="6"/>
                    </a:moveTo>
                    <a:cubicBezTo>
                      <a:pt x="27" y="6"/>
                      <a:pt x="29" y="7"/>
                      <a:pt x="30" y="7"/>
                    </a:cubicBezTo>
                    <a:cubicBezTo>
                      <a:pt x="39" y="11"/>
                      <a:pt x="52" y="16"/>
                      <a:pt x="68" y="15"/>
                    </a:cubicBezTo>
                    <a:cubicBezTo>
                      <a:pt x="68" y="15"/>
                      <a:pt x="69" y="15"/>
                      <a:pt x="69" y="15"/>
                    </a:cubicBezTo>
                    <a:cubicBezTo>
                      <a:pt x="67" y="16"/>
                      <a:pt x="53" y="24"/>
                      <a:pt x="34" y="16"/>
                    </a:cubicBezTo>
                    <a:cubicBezTo>
                      <a:pt x="32" y="15"/>
                      <a:pt x="29" y="14"/>
                      <a:pt x="27" y="13"/>
                    </a:cubicBezTo>
                    <a:cubicBezTo>
                      <a:pt x="18" y="8"/>
                      <a:pt x="11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7"/>
                      <a:pt x="11" y="0"/>
                      <a:pt x="26" y="6"/>
                    </a:cubicBezTo>
                    <a:close/>
                    <a:moveTo>
                      <a:pt x="69" y="15"/>
                    </a:moveTo>
                    <a:cubicBezTo>
                      <a:pt x="69" y="15"/>
                      <a:pt x="69" y="15"/>
                      <a:pt x="69" y="15"/>
                    </a:cubicBezTo>
                    <a:cubicBezTo>
                      <a:pt x="69" y="15"/>
                      <a:pt x="69" y="15"/>
                      <a:pt x="69" y="15"/>
                    </a:cubicBezTo>
                    <a:close/>
                  </a:path>
                </a:pathLst>
              </a:custGeom>
              <a:solidFill>
                <a:srgbClr val="0B40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Freeform 363">
                <a:extLst>
                  <a:ext uri="{FF2B5EF4-FFF2-40B4-BE49-F238E27FC236}">
                    <a16:creationId xmlns:a16="http://schemas.microsoft.com/office/drawing/2014/main" id="{8CB96A1D-79AC-6A48-6137-56EEB4687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59"/>
                <a:ext cx="94" cy="106"/>
              </a:xfrm>
              <a:custGeom>
                <a:avLst/>
                <a:gdLst>
                  <a:gd name="T0" fmla="*/ 1216 w 47"/>
                  <a:gd name="T1" fmla="*/ 2624 h 53"/>
                  <a:gd name="T2" fmla="*/ 1472 w 47"/>
                  <a:gd name="T3" fmla="*/ 3392 h 53"/>
                  <a:gd name="T4" fmla="*/ 1472 w 47"/>
                  <a:gd name="T5" fmla="*/ 3392 h 53"/>
                  <a:gd name="T6" fmla="*/ 0 w 47"/>
                  <a:gd name="T7" fmla="*/ 3392 h 53"/>
                  <a:gd name="T8" fmla="*/ 0 w 47"/>
                  <a:gd name="T9" fmla="*/ 3392 h 53"/>
                  <a:gd name="T10" fmla="*/ 256 w 47"/>
                  <a:gd name="T11" fmla="*/ 2624 h 53"/>
                  <a:gd name="T12" fmla="*/ 256 w 47"/>
                  <a:gd name="T13" fmla="*/ 768 h 53"/>
                  <a:gd name="T14" fmla="*/ 0 w 47"/>
                  <a:gd name="T15" fmla="*/ 0 h 53"/>
                  <a:gd name="T16" fmla="*/ 0 w 47"/>
                  <a:gd name="T17" fmla="*/ 0 h 53"/>
                  <a:gd name="T18" fmla="*/ 1600 w 47"/>
                  <a:gd name="T19" fmla="*/ 0 h 53"/>
                  <a:gd name="T20" fmla="*/ 2496 w 47"/>
                  <a:gd name="T21" fmla="*/ 128 h 53"/>
                  <a:gd name="T22" fmla="*/ 3008 w 47"/>
                  <a:gd name="T23" fmla="*/ 960 h 53"/>
                  <a:gd name="T24" fmla="*/ 1984 w 47"/>
                  <a:gd name="T25" fmla="*/ 1920 h 53"/>
                  <a:gd name="T26" fmla="*/ 1344 w 47"/>
                  <a:gd name="T27" fmla="*/ 1856 h 53"/>
                  <a:gd name="T28" fmla="*/ 1344 w 47"/>
                  <a:gd name="T29" fmla="*/ 1792 h 53"/>
                  <a:gd name="T30" fmla="*/ 2112 w 47"/>
                  <a:gd name="T31" fmla="*/ 960 h 53"/>
                  <a:gd name="T32" fmla="*/ 1216 w 47"/>
                  <a:gd name="T33" fmla="*/ 256 h 53"/>
                  <a:gd name="T34" fmla="*/ 1216 w 47"/>
                  <a:gd name="T35" fmla="*/ 2624 h 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7" h="53">
                    <a:moveTo>
                      <a:pt x="19" y="41"/>
                    </a:moveTo>
                    <a:cubicBezTo>
                      <a:pt x="19" y="46"/>
                      <a:pt x="20" y="49"/>
                      <a:pt x="23" y="53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4" y="46"/>
                      <a:pt x="4" y="4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7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9" y="0"/>
                      <a:pt x="35" y="0"/>
                      <a:pt x="39" y="2"/>
                    </a:cubicBezTo>
                    <a:cubicBezTo>
                      <a:pt x="44" y="4"/>
                      <a:pt x="47" y="9"/>
                      <a:pt x="47" y="15"/>
                    </a:cubicBezTo>
                    <a:cubicBezTo>
                      <a:pt x="47" y="25"/>
                      <a:pt x="38" y="30"/>
                      <a:pt x="31" y="30"/>
                    </a:cubicBezTo>
                    <a:cubicBezTo>
                      <a:pt x="28" y="30"/>
                      <a:pt x="24" y="29"/>
                      <a:pt x="21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7" y="27"/>
                      <a:pt x="33" y="25"/>
                      <a:pt x="33" y="15"/>
                    </a:cubicBezTo>
                    <a:cubicBezTo>
                      <a:pt x="33" y="10"/>
                      <a:pt x="30" y="4"/>
                      <a:pt x="19" y="4"/>
                    </a:cubicBezTo>
                    <a:lnTo>
                      <a:pt x="19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7" name="Freeform 364">
                <a:extLst>
                  <a:ext uri="{FF2B5EF4-FFF2-40B4-BE49-F238E27FC236}">
                    <a16:creationId xmlns:a16="http://schemas.microsoft.com/office/drawing/2014/main" id="{BB75C7E2-AB78-699F-BFC6-47FA7D765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3613"/>
                <a:ext cx="94" cy="106"/>
              </a:xfrm>
              <a:custGeom>
                <a:avLst/>
                <a:gdLst>
                  <a:gd name="T0" fmla="*/ 1280 w 47"/>
                  <a:gd name="T1" fmla="*/ 2624 h 53"/>
                  <a:gd name="T2" fmla="*/ 1472 w 47"/>
                  <a:gd name="T3" fmla="*/ 3392 h 53"/>
                  <a:gd name="T4" fmla="*/ 1472 w 47"/>
                  <a:gd name="T5" fmla="*/ 3392 h 53"/>
                  <a:gd name="T6" fmla="*/ 0 w 47"/>
                  <a:gd name="T7" fmla="*/ 3392 h 53"/>
                  <a:gd name="T8" fmla="*/ 0 w 47"/>
                  <a:gd name="T9" fmla="*/ 3392 h 53"/>
                  <a:gd name="T10" fmla="*/ 256 w 47"/>
                  <a:gd name="T11" fmla="*/ 2688 h 53"/>
                  <a:gd name="T12" fmla="*/ 256 w 47"/>
                  <a:gd name="T13" fmla="*/ 768 h 53"/>
                  <a:gd name="T14" fmla="*/ 0 w 47"/>
                  <a:gd name="T15" fmla="*/ 0 h 53"/>
                  <a:gd name="T16" fmla="*/ 0 w 47"/>
                  <a:gd name="T17" fmla="*/ 0 h 53"/>
                  <a:gd name="T18" fmla="*/ 1600 w 47"/>
                  <a:gd name="T19" fmla="*/ 0 h 53"/>
                  <a:gd name="T20" fmla="*/ 2496 w 47"/>
                  <a:gd name="T21" fmla="*/ 128 h 53"/>
                  <a:gd name="T22" fmla="*/ 3008 w 47"/>
                  <a:gd name="T23" fmla="*/ 960 h 53"/>
                  <a:gd name="T24" fmla="*/ 1984 w 47"/>
                  <a:gd name="T25" fmla="*/ 1920 h 53"/>
                  <a:gd name="T26" fmla="*/ 1408 w 47"/>
                  <a:gd name="T27" fmla="*/ 1856 h 53"/>
                  <a:gd name="T28" fmla="*/ 1408 w 47"/>
                  <a:gd name="T29" fmla="*/ 1792 h 53"/>
                  <a:gd name="T30" fmla="*/ 2112 w 47"/>
                  <a:gd name="T31" fmla="*/ 960 h 53"/>
                  <a:gd name="T32" fmla="*/ 1280 w 47"/>
                  <a:gd name="T33" fmla="*/ 256 h 53"/>
                  <a:gd name="T34" fmla="*/ 1280 w 47"/>
                  <a:gd name="T35" fmla="*/ 2624 h 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7" h="53">
                    <a:moveTo>
                      <a:pt x="20" y="41"/>
                    </a:moveTo>
                    <a:cubicBezTo>
                      <a:pt x="20" y="46"/>
                      <a:pt x="20" y="50"/>
                      <a:pt x="23" y="53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0"/>
                      <a:pt x="4" y="46"/>
                      <a:pt x="4" y="4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9" y="0"/>
                      <a:pt x="35" y="0"/>
                      <a:pt x="39" y="2"/>
                    </a:cubicBezTo>
                    <a:cubicBezTo>
                      <a:pt x="44" y="5"/>
                      <a:pt x="47" y="9"/>
                      <a:pt x="47" y="15"/>
                    </a:cubicBezTo>
                    <a:cubicBezTo>
                      <a:pt x="47" y="25"/>
                      <a:pt x="39" y="30"/>
                      <a:pt x="31" y="30"/>
                    </a:cubicBezTo>
                    <a:cubicBezTo>
                      <a:pt x="28" y="30"/>
                      <a:pt x="24" y="30"/>
                      <a:pt x="22" y="29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7" y="27"/>
                      <a:pt x="33" y="25"/>
                      <a:pt x="33" y="15"/>
                    </a:cubicBezTo>
                    <a:cubicBezTo>
                      <a:pt x="33" y="10"/>
                      <a:pt x="30" y="4"/>
                      <a:pt x="20" y="4"/>
                    </a:cubicBezTo>
                    <a:lnTo>
                      <a:pt x="2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8" name="Freeform 365">
                <a:extLst>
                  <a:ext uri="{FF2B5EF4-FFF2-40B4-BE49-F238E27FC236}">
                    <a16:creationId xmlns:a16="http://schemas.microsoft.com/office/drawing/2014/main" id="{72EE741F-E445-74B8-2D87-B5F5B792A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" y="3459"/>
                <a:ext cx="88" cy="106"/>
              </a:xfrm>
              <a:custGeom>
                <a:avLst/>
                <a:gdLst>
                  <a:gd name="T0" fmla="*/ 1920 w 44"/>
                  <a:gd name="T1" fmla="*/ 2624 h 53"/>
                  <a:gd name="T2" fmla="*/ 2112 w 44"/>
                  <a:gd name="T3" fmla="*/ 3392 h 53"/>
                  <a:gd name="T4" fmla="*/ 2112 w 44"/>
                  <a:gd name="T5" fmla="*/ 3392 h 53"/>
                  <a:gd name="T6" fmla="*/ 768 w 44"/>
                  <a:gd name="T7" fmla="*/ 3392 h 53"/>
                  <a:gd name="T8" fmla="*/ 768 w 44"/>
                  <a:gd name="T9" fmla="*/ 3392 h 53"/>
                  <a:gd name="T10" fmla="*/ 960 w 44"/>
                  <a:gd name="T11" fmla="*/ 2624 h 53"/>
                  <a:gd name="T12" fmla="*/ 960 w 44"/>
                  <a:gd name="T13" fmla="*/ 384 h 53"/>
                  <a:gd name="T14" fmla="*/ 704 w 44"/>
                  <a:gd name="T15" fmla="*/ 384 h 53"/>
                  <a:gd name="T16" fmla="*/ 0 w 44"/>
                  <a:gd name="T17" fmla="*/ 896 h 53"/>
                  <a:gd name="T18" fmla="*/ 0 w 44"/>
                  <a:gd name="T19" fmla="*/ 896 h 53"/>
                  <a:gd name="T20" fmla="*/ 64 w 44"/>
                  <a:gd name="T21" fmla="*/ 0 h 53"/>
                  <a:gd name="T22" fmla="*/ 128 w 44"/>
                  <a:gd name="T23" fmla="*/ 0 h 53"/>
                  <a:gd name="T24" fmla="*/ 2688 w 44"/>
                  <a:gd name="T25" fmla="*/ 0 h 53"/>
                  <a:gd name="T26" fmla="*/ 2816 w 44"/>
                  <a:gd name="T27" fmla="*/ 0 h 53"/>
                  <a:gd name="T28" fmla="*/ 2816 w 44"/>
                  <a:gd name="T29" fmla="*/ 960 h 53"/>
                  <a:gd name="T30" fmla="*/ 2816 w 44"/>
                  <a:gd name="T31" fmla="*/ 960 h 53"/>
                  <a:gd name="T32" fmla="*/ 2176 w 44"/>
                  <a:gd name="T33" fmla="*/ 384 h 53"/>
                  <a:gd name="T34" fmla="*/ 1920 w 44"/>
                  <a:gd name="T35" fmla="*/ 384 h 53"/>
                  <a:gd name="T36" fmla="*/ 1920 w 44"/>
                  <a:gd name="T37" fmla="*/ 2624 h 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4" h="53">
                    <a:moveTo>
                      <a:pt x="30" y="41"/>
                    </a:moveTo>
                    <a:cubicBezTo>
                      <a:pt x="30" y="46"/>
                      <a:pt x="30" y="49"/>
                      <a:pt x="33" y="53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5" y="50"/>
                      <a:pt x="15" y="46"/>
                      <a:pt x="15" y="41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4" y="6"/>
                      <a:pt x="12" y="6"/>
                      <a:pt x="11" y="6"/>
                    </a:cubicBezTo>
                    <a:cubicBezTo>
                      <a:pt x="7" y="6"/>
                      <a:pt x="3" y="8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41" y="0"/>
                      <a:pt x="42" y="0"/>
                    </a:cubicBezTo>
                    <a:cubicBezTo>
                      <a:pt x="43" y="0"/>
                      <a:pt x="44" y="0"/>
                      <a:pt x="44" y="0"/>
                    </a:cubicBezTo>
                    <a:cubicBezTo>
                      <a:pt x="44" y="15"/>
                      <a:pt x="44" y="15"/>
                      <a:pt x="44" y="15"/>
                    </a:cubicBezTo>
                    <a:cubicBezTo>
                      <a:pt x="44" y="15"/>
                      <a:pt x="44" y="15"/>
                      <a:pt x="44" y="15"/>
                    </a:cubicBezTo>
                    <a:cubicBezTo>
                      <a:pt x="42" y="8"/>
                      <a:pt x="36" y="6"/>
                      <a:pt x="34" y="6"/>
                    </a:cubicBezTo>
                    <a:cubicBezTo>
                      <a:pt x="32" y="6"/>
                      <a:pt x="30" y="6"/>
                      <a:pt x="30" y="6"/>
                    </a:cubicBezTo>
                    <a:lnTo>
                      <a:pt x="3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9" name="Freeform 366">
                <a:extLst>
                  <a:ext uri="{FF2B5EF4-FFF2-40B4-BE49-F238E27FC236}">
                    <a16:creationId xmlns:a16="http://schemas.microsoft.com/office/drawing/2014/main" id="{7B7CB54C-2A81-CC19-8F21-B66E1208CC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0" y="3459"/>
                <a:ext cx="124" cy="106"/>
              </a:xfrm>
              <a:custGeom>
                <a:avLst/>
                <a:gdLst>
                  <a:gd name="T0" fmla="*/ 2432 w 62"/>
                  <a:gd name="T1" fmla="*/ 0 h 53"/>
                  <a:gd name="T2" fmla="*/ 1152 w 62"/>
                  <a:gd name="T3" fmla="*/ 0 h 53"/>
                  <a:gd name="T4" fmla="*/ 1152 w 62"/>
                  <a:gd name="T5" fmla="*/ 0 h 53"/>
                  <a:gd name="T6" fmla="*/ 1280 w 62"/>
                  <a:gd name="T7" fmla="*/ 448 h 53"/>
                  <a:gd name="T8" fmla="*/ 0 w 62"/>
                  <a:gd name="T9" fmla="*/ 3392 h 53"/>
                  <a:gd name="T10" fmla="*/ 0 w 62"/>
                  <a:gd name="T11" fmla="*/ 3392 h 53"/>
                  <a:gd name="T12" fmla="*/ 1024 w 62"/>
                  <a:gd name="T13" fmla="*/ 3392 h 53"/>
                  <a:gd name="T14" fmla="*/ 1024 w 62"/>
                  <a:gd name="T15" fmla="*/ 3392 h 53"/>
                  <a:gd name="T16" fmla="*/ 832 w 62"/>
                  <a:gd name="T17" fmla="*/ 3072 h 53"/>
                  <a:gd name="T18" fmla="*/ 960 w 62"/>
                  <a:gd name="T19" fmla="*/ 2688 h 53"/>
                  <a:gd name="T20" fmla="*/ 1216 w 62"/>
                  <a:gd name="T21" fmla="*/ 1984 h 53"/>
                  <a:gd name="T22" fmla="*/ 2112 w 62"/>
                  <a:gd name="T23" fmla="*/ 1984 h 53"/>
                  <a:gd name="T24" fmla="*/ 2624 w 62"/>
                  <a:gd name="T25" fmla="*/ 3392 h 53"/>
                  <a:gd name="T26" fmla="*/ 3968 w 62"/>
                  <a:gd name="T27" fmla="*/ 3392 h 53"/>
                  <a:gd name="T28" fmla="*/ 3968 w 62"/>
                  <a:gd name="T29" fmla="*/ 3392 h 53"/>
                  <a:gd name="T30" fmla="*/ 3968 w 62"/>
                  <a:gd name="T31" fmla="*/ 3392 h 53"/>
                  <a:gd name="T32" fmla="*/ 2432 w 62"/>
                  <a:gd name="T33" fmla="*/ 0 h 53"/>
                  <a:gd name="T34" fmla="*/ 1280 w 62"/>
                  <a:gd name="T35" fmla="*/ 1728 h 53"/>
                  <a:gd name="T36" fmla="*/ 1600 w 62"/>
                  <a:gd name="T37" fmla="*/ 768 h 53"/>
                  <a:gd name="T38" fmla="*/ 1984 w 62"/>
                  <a:gd name="T39" fmla="*/ 1728 h 53"/>
                  <a:gd name="T40" fmla="*/ 1280 w 62"/>
                  <a:gd name="T41" fmla="*/ 1728 h 5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2" h="53">
                    <a:moveTo>
                      <a:pt x="3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0" y="2"/>
                      <a:pt x="21" y="5"/>
                      <a:pt x="20" y="7"/>
                    </a:cubicBezTo>
                    <a:cubicBezTo>
                      <a:pt x="19" y="10"/>
                      <a:pt x="5" y="52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5" y="51"/>
                      <a:pt x="13" y="50"/>
                      <a:pt x="13" y="48"/>
                    </a:cubicBezTo>
                    <a:cubicBezTo>
                      <a:pt x="13" y="46"/>
                      <a:pt x="14" y="44"/>
                      <a:pt x="15" y="42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56" y="50"/>
                      <a:pt x="38" y="0"/>
                      <a:pt x="38" y="0"/>
                    </a:cubicBezTo>
                    <a:close/>
                    <a:moveTo>
                      <a:pt x="20" y="27"/>
                    </a:moveTo>
                    <a:cubicBezTo>
                      <a:pt x="25" y="12"/>
                      <a:pt x="25" y="12"/>
                      <a:pt x="25" y="12"/>
                    </a:cubicBezTo>
                    <a:cubicBezTo>
                      <a:pt x="31" y="27"/>
                      <a:pt x="31" y="27"/>
                      <a:pt x="31" y="27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0" name="Freeform 367">
                <a:extLst>
                  <a:ext uri="{FF2B5EF4-FFF2-40B4-BE49-F238E27FC236}">
                    <a16:creationId xmlns:a16="http://schemas.microsoft.com/office/drawing/2014/main" id="{E7C92742-D01E-03BE-7E40-0E495A9C18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22" y="3459"/>
                <a:ext cx="124" cy="106"/>
              </a:xfrm>
              <a:custGeom>
                <a:avLst/>
                <a:gdLst>
                  <a:gd name="T0" fmla="*/ 2368 w 62"/>
                  <a:gd name="T1" fmla="*/ 0 h 53"/>
                  <a:gd name="T2" fmla="*/ 1152 w 62"/>
                  <a:gd name="T3" fmla="*/ 0 h 53"/>
                  <a:gd name="T4" fmla="*/ 1152 w 62"/>
                  <a:gd name="T5" fmla="*/ 0 h 53"/>
                  <a:gd name="T6" fmla="*/ 1280 w 62"/>
                  <a:gd name="T7" fmla="*/ 448 h 53"/>
                  <a:gd name="T8" fmla="*/ 0 w 62"/>
                  <a:gd name="T9" fmla="*/ 3392 h 53"/>
                  <a:gd name="T10" fmla="*/ 0 w 62"/>
                  <a:gd name="T11" fmla="*/ 3392 h 53"/>
                  <a:gd name="T12" fmla="*/ 1024 w 62"/>
                  <a:gd name="T13" fmla="*/ 3392 h 53"/>
                  <a:gd name="T14" fmla="*/ 1024 w 62"/>
                  <a:gd name="T15" fmla="*/ 3392 h 53"/>
                  <a:gd name="T16" fmla="*/ 832 w 62"/>
                  <a:gd name="T17" fmla="*/ 3072 h 53"/>
                  <a:gd name="T18" fmla="*/ 960 w 62"/>
                  <a:gd name="T19" fmla="*/ 2688 h 53"/>
                  <a:gd name="T20" fmla="*/ 1216 w 62"/>
                  <a:gd name="T21" fmla="*/ 1984 h 53"/>
                  <a:gd name="T22" fmla="*/ 2112 w 62"/>
                  <a:gd name="T23" fmla="*/ 1984 h 53"/>
                  <a:gd name="T24" fmla="*/ 2624 w 62"/>
                  <a:gd name="T25" fmla="*/ 3392 h 53"/>
                  <a:gd name="T26" fmla="*/ 3968 w 62"/>
                  <a:gd name="T27" fmla="*/ 3392 h 53"/>
                  <a:gd name="T28" fmla="*/ 3968 w 62"/>
                  <a:gd name="T29" fmla="*/ 3392 h 53"/>
                  <a:gd name="T30" fmla="*/ 3968 w 62"/>
                  <a:gd name="T31" fmla="*/ 3392 h 53"/>
                  <a:gd name="T32" fmla="*/ 2368 w 62"/>
                  <a:gd name="T33" fmla="*/ 0 h 53"/>
                  <a:gd name="T34" fmla="*/ 1280 w 62"/>
                  <a:gd name="T35" fmla="*/ 1728 h 53"/>
                  <a:gd name="T36" fmla="*/ 1600 w 62"/>
                  <a:gd name="T37" fmla="*/ 768 h 53"/>
                  <a:gd name="T38" fmla="*/ 1984 w 62"/>
                  <a:gd name="T39" fmla="*/ 1728 h 53"/>
                  <a:gd name="T40" fmla="*/ 1280 w 62"/>
                  <a:gd name="T41" fmla="*/ 1728 h 5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2" h="53">
                    <a:moveTo>
                      <a:pt x="37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0" y="2"/>
                      <a:pt x="21" y="5"/>
                      <a:pt x="20" y="7"/>
                    </a:cubicBezTo>
                    <a:cubicBezTo>
                      <a:pt x="19" y="10"/>
                      <a:pt x="5" y="52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5" y="51"/>
                      <a:pt x="13" y="50"/>
                      <a:pt x="13" y="48"/>
                    </a:cubicBezTo>
                    <a:cubicBezTo>
                      <a:pt x="13" y="46"/>
                      <a:pt x="14" y="44"/>
                      <a:pt x="15" y="42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56" y="50"/>
                      <a:pt x="37" y="0"/>
                      <a:pt x="37" y="0"/>
                    </a:cubicBezTo>
                    <a:close/>
                    <a:moveTo>
                      <a:pt x="20" y="27"/>
                    </a:moveTo>
                    <a:cubicBezTo>
                      <a:pt x="25" y="12"/>
                      <a:pt x="25" y="12"/>
                      <a:pt x="25" y="12"/>
                    </a:cubicBezTo>
                    <a:cubicBezTo>
                      <a:pt x="31" y="27"/>
                      <a:pt x="31" y="27"/>
                      <a:pt x="31" y="27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1" name="Freeform 368">
                <a:extLst>
                  <a:ext uri="{FF2B5EF4-FFF2-40B4-BE49-F238E27FC236}">
                    <a16:creationId xmlns:a16="http://schemas.microsoft.com/office/drawing/2014/main" id="{5E4A318F-5353-C1B0-7CF0-ECA08B408F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0" y="3613"/>
                <a:ext cx="124" cy="106"/>
              </a:xfrm>
              <a:custGeom>
                <a:avLst/>
                <a:gdLst>
                  <a:gd name="T0" fmla="*/ 2432 w 62"/>
                  <a:gd name="T1" fmla="*/ 0 h 53"/>
                  <a:gd name="T2" fmla="*/ 1152 w 62"/>
                  <a:gd name="T3" fmla="*/ 0 h 53"/>
                  <a:gd name="T4" fmla="*/ 1152 w 62"/>
                  <a:gd name="T5" fmla="*/ 0 h 53"/>
                  <a:gd name="T6" fmla="*/ 1280 w 62"/>
                  <a:gd name="T7" fmla="*/ 448 h 53"/>
                  <a:gd name="T8" fmla="*/ 0 w 62"/>
                  <a:gd name="T9" fmla="*/ 3392 h 53"/>
                  <a:gd name="T10" fmla="*/ 0 w 62"/>
                  <a:gd name="T11" fmla="*/ 3392 h 53"/>
                  <a:gd name="T12" fmla="*/ 1088 w 62"/>
                  <a:gd name="T13" fmla="*/ 3392 h 53"/>
                  <a:gd name="T14" fmla="*/ 1088 w 62"/>
                  <a:gd name="T15" fmla="*/ 3392 h 53"/>
                  <a:gd name="T16" fmla="*/ 896 w 62"/>
                  <a:gd name="T17" fmla="*/ 3072 h 53"/>
                  <a:gd name="T18" fmla="*/ 960 w 62"/>
                  <a:gd name="T19" fmla="*/ 2688 h 53"/>
                  <a:gd name="T20" fmla="*/ 1216 w 62"/>
                  <a:gd name="T21" fmla="*/ 2048 h 53"/>
                  <a:gd name="T22" fmla="*/ 2112 w 62"/>
                  <a:gd name="T23" fmla="*/ 2048 h 53"/>
                  <a:gd name="T24" fmla="*/ 2688 w 62"/>
                  <a:gd name="T25" fmla="*/ 3392 h 53"/>
                  <a:gd name="T26" fmla="*/ 3968 w 62"/>
                  <a:gd name="T27" fmla="*/ 3392 h 53"/>
                  <a:gd name="T28" fmla="*/ 3968 w 62"/>
                  <a:gd name="T29" fmla="*/ 3392 h 53"/>
                  <a:gd name="T30" fmla="*/ 3968 w 62"/>
                  <a:gd name="T31" fmla="*/ 3392 h 53"/>
                  <a:gd name="T32" fmla="*/ 2432 w 62"/>
                  <a:gd name="T33" fmla="*/ 0 h 53"/>
                  <a:gd name="T34" fmla="*/ 1344 w 62"/>
                  <a:gd name="T35" fmla="*/ 1728 h 53"/>
                  <a:gd name="T36" fmla="*/ 1664 w 62"/>
                  <a:gd name="T37" fmla="*/ 768 h 53"/>
                  <a:gd name="T38" fmla="*/ 1984 w 62"/>
                  <a:gd name="T39" fmla="*/ 1728 h 53"/>
                  <a:gd name="T40" fmla="*/ 1344 w 62"/>
                  <a:gd name="T41" fmla="*/ 1728 h 5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2" h="53">
                    <a:moveTo>
                      <a:pt x="3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0" y="2"/>
                      <a:pt x="21" y="5"/>
                      <a:pt x="20" y="7"/>
                    </a:cubicBezTo>
                    <a:cubicBezTo>
                      <a:pt x="19" y="11"/>
                      <a:pt x="5" y="52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5" y="52"/>
                      <a:pt x="14" y="51"/>
                      <a:pt x="14" y="48"/>
                    </a:cubicBezTo>
                    <a:cubicBezTo>
                      <a:pt x="14" y="47"/>
                      <a:pt x="14" y="44"/>
                      <a:pt x="15" y="42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42" y="53"/>
                      <a:pt x="42" y="53"/>
                      <a:pt x="4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56" y="50"/>
                      <a:pt x="38" y="0"/>
                      <a:pt x="38" y="0"/>
                    </a:cubicBezTo>
                    <a:close/>
                    <a:moveTo>
                      <a:pt x="21" y="27"/>
                    </a:moveTo>
                    <a:cubicBezTo>
                      <a:pt x="26" y="12"/>
                      <a:pt x="26" y="12"/>
                      <a:pt x="26" y="12"/>
                    </a:cubicBezTo>
                    <a:cubicBezTo>
                      <a:pt x="31" y="27"/>
                      <a:pt x="31" y="27"/>
                      <a:pt x="31" y="27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2" name="Freeform 369">
                <a:extLst>
                  <a:ext uri="{FF2B5EF4-FFF2-40B4-BE49-F238E27FC236}">
                    <a16:creationId xmlns:a16="http://schemas.microsoft.com/office/drawing/2014/main" id="{C180D4CC-58B1-D4D0-1F29-427A496386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6" y="3613"/>
                <a:ext cx="124" cy="106"/>
              </a:xfrm>
              <a:custGeom>
                <a:avLst/>
                <a:gdLst>
                  <a:gd name="T0" fmla="*/ 2432 w 62"/>
                  <a:gd name="T1" fmla="*/ 0 h 53"/>
                  <a:gd name="T2" fmla="*/ 1152 w 62"/>
                  <a:gd name="T3" fmla="*/ 0 h 53"/>
                  <a:gd name="T4" fmla="*/ 1152 w 62"/>
                  <a:gd name="T5" fmla="*/ 0 h 53"/>
                  <a:gd name="T6" fmla="*/ 1280 w 62"/>
                  <a:gd name="T7" fmla="*/ 448 h 53"/>
                  <a:gd name="T8" fmla="*/ 0 w 62"/>
                  <a:gd name="T9" fmla="*/ 3392 h 53"/>
                  <a:gd name="T10" fmla="*/ 0 w 62"/>
                  <a:gd name="T11" fmla="*/ 3392 h 53"/>
                  <a:gd name="T12" fmla="*/ 1088 w 62"/>
                  <a:gd name="T13" fmla="*/ 3392 h 53"/>
                  <a:gd name="T14" fmla="*/ 1088 w 62"/>
                  <a:gd name="T15" fmla="*/ 3392 h 53"/>
                  <a:gd name="T16" fmla="*/ 896 w 62"/>
                  <a:gd name="T17" fmla="*/ 3072 h 53"/>
                  <a:gd name="T18" fmla="*/ 960 w 62"/>
                  <a:gd name="T19" fmla="*/ 2688 h 53"/>
                  <a:gd name="T20" fmla="*/ 1216 w 62"/>
                  <a:gd name="T21" fmla="*/ 2048 h 53"/>
                  <a:gd name="T22" fmla="*/ 2112 w 62"/>
                  <a:gd name="T23" fmla="*/ 2048 h 53"/>
                  <a:gd name="T24" fmla="*/ 2688 w 62"/>
                  <a:gd name="T25" fmla="*/ 3392 h 53"/>
                  <a:gd name="T26" fmla="*/ 3968 w 62"/>
                  <a:gd name="T27" fmla="*/ 3392 h 53"/>
                  <a:gd name="T28" fmla="*/ 3968 w 62"/>
                  <a:gd name="T29" fmla="*/ 3392 h 53"/>
                  <a:gd name="T30" fmla="*/ 3968 w 62"/>
                  <a:gd name="T31" fmla="*/ 3392 h 53"/>
                  <a:gd name="T32" fmla="*/ 2432 w 62"/>
                  <a:gd name="T33" fmla="*/ 0 h 53"/>
                  <a:gd name="T34" fmla="*/ 1344 w 62"/>
                  <a:gd name="T35" fmla="*/ 1728 h 53"/>
                  <a:gd name="T36" fmla="*/ 1664 w 62"/>
                  <a:gd name="T37" fmla="*/ 768 h 53"/>
                  <a:gd name="T38" fmla="*/ 1984 w 62"/>
                  <a:gd name="T39" fmla="*/ 1728 h 53"/>
                  <a:gd name="T40" fmla="*/ 1344 w 62"/>
                  <a:gd name="T41" fmla="*/ 1728 h 5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2" h="53">
                    <a:moveTo>
                      <a:pt x="3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2"/>
                      <a:pt x="21" y="5"/>
                      <a:pt x="20" y="7"/>
                    </a:cubicBezTo>
                    <a:cubicBezTo>
                      <a:pt x="19" y="11"/>
                      <a:pt x="6" y="52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5" y="52"/>
                      <a:pt x="14" y="51"/>
                      <a:pt x="14" y="48"/>
                    </a:cubicBezTo>
                    <a:cubicBezTo>
                      <a:pt x="14" y="47"/>
                      <a:pt x="15" y="44"/>
                      <a:pt x="15" y="42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42" y="53"/>
                      <a:pt x="42" y="53"/>
                      <a:pt x="4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57" y="50"/>
                      <a:pt x="38" y="0"/>
                      <a:pt x="38" y="0"/>
                    </a:cubicBezTo>
                    <a:close/>
                    <a:moveTo>
                      <a:pt x="21" y="27"/>
                    </a:moveTo>
                    <a:cubicBezTo>
                      <a:pt x="26" y="12"/>
                      <a:pt x="26" y="12"/>
                      <a:pt x="26" y="12"/>
                    </a:cubicBezTo>
                    <a:cubicBezTo>
                      <a:pt x="31" y="27"/>
                      <a:pt x="31" y="27"/>
                      <a:pt x="31" y="27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3" name="Freeform 370">
                <a:extLst>
                  <a:ext uri="{FF2B5EF4-FFF2-40B4-BE49-F238E27FC236}">
                    <a16:creationId xmlns:a16="http://schemas.microsoft.com/office/drawing/2014/main" id="{8CDC1556-5E30-74BF-1928-624D462D5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613"/>
                <a:ext cx="44" cy="106"/>
              </a:xfrm>
              <a:custGeom>
                <a:avLst/>
                <a:gdLst>
                  <a:gd name="T0" fmla="*/ 192 w 22"/>
                  <a:gd name="T1" fmla="*/ 1984 h 53"/>
                  <a:gd name="T2" fmla="*/ 192 w 22"/>
                  <a:gd name="T3" fmla="*/ 768 h 53"/>
                  <a:gd name="T4" fmla="*/ 0 w 22"/>
                  <a:gd name="T5" fmla="*/ 0 h 53"/>
                  <a:gd name="T6" fmla="*/ 0 w 22"/>
                  <a:gd name="T7" fmla="*/ 0 h 53"/>
                  <a:gd name="T8" fmla="*/ 1408 w 22"/>
                  <a:gd name="T9" fmla="*/ 0 h 53"/>
                  <a:gd name="T10" fmla="*/ 1408 w 22"/>
                  <a:gd name="T11" fmla="*/ 0 h 53"/>
                  <a:gd name="T12" fmla="*/ 1216 w 22"/>
                  <a:gd name="T13" fmla="*/ 768 h 53"/>
                  <a:gd name="T14" fmla="*/ 1216 w 22"/>
                  <a:gd name="T15" fmla="*/ 2688 h 53"/>
                  <a:gd name="T16" fmla="*/ 1408 w 22"/>
                  <a:gd name="T17" fmla="*/ 3392 h 53"/>
                  <a:gd name="T18" fmla="*/ 1408 w 22"/>
                  <a:gd name="T19" fmla="*/ 3392 h 53"/>
                  <a:gd name="T20" fmla="*/ 192 w 22"/>
                  <a:gd name="T21" fmla="*/ 3392 h 53"/>
                  <a:gd name="T22" fmla="*/ 192 w 22"/>
                  <a:gd name="T23" fmla="*/ 1984 h 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" h="53">
                    <a:moveTo>
                      <a:pt x="3" y="31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3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3"/>
                      <a:pt x="19" y="8"/>
                      <a:pt x="19" y="1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6"/>
                      <a:pt x="18" y="50"/>
                      <a:pt x="22" y="53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3" y="53"/>
                      <a:pt x="3" y="53"/>
                      <a:pt x="3" y="53"/>
                    </a:cubicBezTo>
                    <a:lnTo>
                      <a:pt x="3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4" name="Freeform 371">
                <a:extLst>
                  <a:ext uri="{FF2B5EF4-FFF2-40B4-BE49-F238E27FC236}">
                    <a16:creationId xmlns:a16="http://schemas.microsoft.com/office/drawing/2014/main" id="{3A603D70-0A5F-8F2B-4328-E95F91C13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" y="3613"/>
                <a:ext cx="70" cy="108"/>
              </a:xfrm>
              <a:custGeom>
                <a:avLst/>
                <a:gdLst>
                  <a:gd name="T0" fmla="*/ 2240 w 35"/>
                  <a:gd name="T1" fmla="*/ 2752 h 54"/>
                  <a:gd name="T2" fmla="*/ 1600 w 35"/>
                  <a:gd name="T3" fmla="*/ 2944 h 54"/>
                  <a:gd name="T4" fmla="*/ 1216 w 35"/>
                  <a:gd name="T5" fmla="*/ 2176 h 54"/>
                  <a:gd name="T6" fmla="*/ 1216 w 35"/>
                  <a:gd name="T7" fmla="*/ 768 h 54"/>
                  <a:gd name="T8" fmla="*/ 1408 w 35"/>
                  <a:gd name="T9" fmla="*/ 0 h 54"/>
                  <a:gd name="T10" fmla="*/ 1408 w 35"/>
                  <a:gd name="T11" fmla="*/ 0 h 54"/>
                  <a:gd name="T12" fmla="*/ 0 w 35"/>
                  <a:gd name="T13" fmla="*/ 0 h 54"/>
                  <a:gd name="T14" fmla="*/ 0 w 35"/>
                  <a:gd name="T15" fmla="*/ 0 h 54"/>
                  <a:gd name="T16" fmla="*/ 192 w 35"/>
                  <a:gd name="T17" fmla="*/ 768 h 54"/>
                  <a:gd name="T18" fmla="*/ 192 w 35"/>
                  <a:gd name="T19" fmla="*/ 2368 h 54"/>
                  <a:gd name="T20" fmla="*/ 448 w 35"/>
                  <a:gd name="T21" fmla="*/ 3136 h 54"/>
                  <a:gd name="T22" fmla="*/ 1216 w 35"/>
                  <a:gd name="T23" fmla="*/ 3456 h 54"/>
                  <a:gd name="T24" fmla="*/ 2240 w 35"/>
                  <a:gd name="T25" fmla="*/ 2752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5" h="54">
                    <a:moveTo>
                      <a:pt x="35" y="43"/>
                    </a:moveTo>
                    <a:cubicBezTo>
                      <a:pt x="34" y="44"/>
                      <a:pt x="30" y="47"/>
                      <a:pt x="25" y="46"/>
                    </a:cubicBezTo>
                    <a:cubicBezTo>
                      <a:pt x="18" y="45"/>
                      <a:pt x="19" y="37"/>
                      <a:pt x="19" y="3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8"/>
                      <a:pt x="18" y="3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3"/>
                      <a:pt x="3" y="8"/>
                      <a:pt x="3" y="12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42"/>
                      <a:pt x="4" y="46"/>
                      <a:pt x="7" y="49"/>
                    </a:cubicBezTo>
                    <a:cubicBezTo>
                      <a:pt x="10" y="53"/>
                      <a:pt x="14" y="54"/>
                      <a:pt x="19" y="54"/>
                    </a:cubicBezTo>
                    <a:cubicBezTo>
                      <a:pt x="25" y="54"/>
                      <a:pt x="33" y="52"/>
                      <a:pt x="35" y="4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5" name="Freeform 372">
                <a:extLst>
                  <a:ext uri="{FF2B5EF4-FFF2-40B4-BE49-F238E27FC236}">
                    <a16:creationId xmlns:a16="http://schemas.microsoft.com/office/drawing/2014/main" id="{B2952A57-2683-3335-C472-5A4A047BA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13"/>
                <a:ext cx="44" cy="106"/>
              </a:xfrm>
              <a:custGeom>
                <a:avLst/>
                <a:gdLst>
                  <a:gd name="T0" fmla="*/ 192 w 22"/>
                  <a:gd name="T1" fmla="*/ 1984 h 53"/>
                  <a:gd name="T2" fmla="*/ 192 w 22"/>
                  <a:gd name="T3" fmla="*/ 768 h 53"/>
                  <a:gd name="T4" fmla="*/ 0 w 22"/>
                  <a:gd name="T5" fmla="*/ 0 h 53"/>
                  <a:gd name="T6" fmla="*/ 0 w 22"/>
                  <a:gd name="T7" fmla="*/ 0 h 53"/>
                  <a:gd name="T8" fmla="*/ 1408 w 22"/>
                  <a:gd name="T9" fmla="*/ 0 h 53"/>
                  <a:gd name="T10" fmla="*/ 1408 w 22"/>
                  <a:gd name="T11" fmla="*/ 0 h 53"/>
                  <a:gd name="T12" fmla="*/ 1216 w 22"/>
                  <a:gd name="T13" fmla="*/ 768 h 53"/>
                  <a:gd name="T14" fmla="*/ 1216 w 22"/>
                  <a:gd name="T15" fmla="*/ 2688 h 53"/>
                  <a:gd name="T16" fmla="*/ 1408 w 22"/>
                  <a:gd name="T17" fmla="*/ 3392 h 53"/>
                  <a:gd name="T18" fmla="*/ 1408 w 22"/>
                  <a:gd name="T19" fmla="*/ 3392 h 53"/>
                  <a:gd name="T20" fmla="*/ 192 w 22"/>
                  <a:gd name="T21" fmla="*/ 3392 h 53"/>
                  <a:gd name="T22" fmla="*/ 192 w 22"/>
                  <a:gd name="T23" fmla="*/ 1984 h 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" h="53">
                    <a:moveTo>
                      <a:pt x="3" y="31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3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3"/>
                      <a:pt x="19" y="8"/>
                      <a:pt x="19" y="1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6"/>
                      <a:pt x="18" y="50"/>
                      <a:pt x="22" y="53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3" y="53"/>
                      <a:pt x="3" y="53"/>
                      <a:pt x="3" y="53"/>
                    </a:cubicBezTo>
                    <a:lnTo>
                      <a:pt x="3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6" name="Freeform 373">
                <a:extLst>
                  <a:ext uri="{FF2B5EF4-FFF2-40B4-BE49-F238E27FC236}">
                    <a16:creationId xmlns:a16="http://schemas.microsoft.com/office/drawing/2014/main" id="{F47C23D7-501C-DEBB-0F04-B39B0F9DE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3613"/>
                <a:ext cx="70" cy="108"/>
              </a:xfrm>
              <a:custGeom>
                <a:avLst/>
                <a:gdLst>
                  <a:gd name="T0" fmla="*/ 2240 w 35"/>
                  <a:gd name="T1" fmla="*/ 2752 h 54"/>
                  <a:gd name="T2" fmla="*/ 1600 w 35"/>
                  <a:gd name="T3" fmla="*/ 2944 h 54"/>
                  <a:gd name="T4" fmla="*/ 1216 w 35"/>
                  <a:gd name="T5" fmla="*/ 2176 h 54"/>
                  <a:gd name="T6" fmla="*/ 1216 w 35"/>
                  <a:gd name="T7" fmla="*/ 768 h 54"/>
                  <a:gd name="T8" fmla="*/ 1408 w 35"/>
                  <a:gd name="T9" fmla="*/ 0 h 54"/>
                  <a:gd name="T10" fmla="*/ 1408 w 35"/>
                  <a:gd name="T11" fmla="*/ 0 h 54"/>
                  <a:gd name="T12" fmla="*/ 0 w 35"/>
                  <a:gd name="T13" fmla="*/ 0 h 54"/>
                  <a:gd name="T14" fmla="*/ 0 w 35"/>
                  <a:gd name="T15" fmla="*/ 0 h 54"/>
                  <a:gd name="T16" fmla="*/ 192 w 35"/>
                  <a:gd name="T17" fmla="*/ 768 h 54"/>
                  <a:gd name="T18" fmla="*/ 192 w 35"/>
                  <a:gd name="T19" fmla="*/ 2368 h 54"/>
                  <a:gd name="T20" fmla="*/ 448 w 35"/>
                  <a:gd name="T21" fmla="*/ 3136 h 54"/>
                  <a:gd name="T22" fmla="*/ 1216 w 35"/>
                  <a:gd name="T23" fmla="*/ 3456 h 54"/>
                  <a:gd name="T24" fmla="*/ 2240 w 35"/>
                  <a:gd name="T25" fmla="*/ 2752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5" h="54">
                    <a:moveTo>
                      <a:pt x="35" y="43"/>
                    </a:moveTo>
                    <a:cubicBezTo>
                      <a:pt x="34" y="44"/>
                      <a:pt x="30" y="47"/>
                      <a:pt x="25" y="46"/>
                    </a:cubicBezTo>
                    <a:cubicBezTo>
                      <a:pt x="18" y="45"/>
                      <a:pt x="19" y="37"/>
                      <a:pt x="19" y="3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8"/>
                      <a:pt x="18" y="3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3"/>
                      <a:pt x="3" y="8"/>
                      <a:pt x="3" y="12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42"/>
                      <a:pt x="3" y="46"/>
                      <a:pt x="7" y="49"/>
                    </a:cubicBezTo>
                    <a:cubicBezTo>
                      <a:pt x="10" y="53"/>
                      <a:pt x="14" y="54"/>
                      <a:pt x="19" y="54"/>
                    </a:cubicBezTo>
                    <a:cubicBezTo>
                      <a:pt x="25" y="54"/>
                      <a:pt x="33" y="52"/>
                      <a:pt x="35" y="4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7" name="Freeform 374">
                <a:extLst>
                  <a:ext uri="{FF2B5EF4-FFF2-40B4-BE49-F238E27FC236}">
                    <a16:creationId xmlns:a16="http://schemas.microsoft.com/office/drawing/2014/main" id="{579CBE1D-0707-8415-C45B-FEAE34CDE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3613"/>
                <a:ext cx="44" cy="106"/>
              </a:xfrm>
              <a:custGeom>
                <a:avLst/>
                <a:gdLst>
                  <a:gd name="T0" fmla="*/ 192 w 22"/>
                  <a:gd name="T1" fmla="*/ 1984 h 53"/>
                  <a:gd name="T2" fmla="*/ 192 w 22"/>
                  <a:gd name="T3" fmla="*/ 768 h 53"/>
                  <a:gd name="T4" fmla="*/ 0 w 22"/>
                  <a:gd name="T5" fmla="*/ 0 h 53"/>
                  <a:gd name="T6" fmla="*/ 0 w 22"/>
                  <a:gd name="T7" fmla="*/ 0 h 53"/>
                  <a:gd name="T8" fmla="*/ 1408 w 22"/>
                  <a:gd name="T9" fmla="*/ 0 h 53"/>
                  <a:gd name="T10" fmla="*/ 1408 w 22"/>
                  <a:gd name="T11" fmla="*/ 0 h 53"/>
                  <a:gd name="T12" fmla="*/ 1216 w 22"/>
                  <a:gd name="T13" fmla="*/ 768 h 53"/>
                  <a:gd name="T14" fmla="*/ 1216 w 22"/>
                  <a:gd name="T15" fmla="*/ 2688 h 53"/>
                  <a:gd name="T16" fmla="*/ 1408 w 22"/>
                  <a:gd name="T17" fmla="*/ 3392 h 53"/>
                  <a:gd name="T18" fmla="*/ 1408 w 22"/>
                  <a:gd name="T19" fmla="*/ 3392 h 53"/>
                  <a:gd name="T20" fmla="*/ 192 w 22"/>
                  <a:gd name="T21" fmla="*/ 3392 h 53"/>
                  <a:gd name="T22" fmla="*/ 192 w 22"/>
                  <a:gd name="T23" fmla="*/ 1984 h 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" h="53">
                    <a:moveTo>
                      <a:pt x="3" y="31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3" y="8"/>
                      <a:pt x="4" y="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3"/>
                      <a:pt x="19" y="8"/>
                      <a:pt x="19" y="1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6"/>
                      <a:pt x="18" y="50"/>
                      <a:pt x="22" y="53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3" y="53"/>
                      <a:pt x="3" y="53"/>
                      <a:pt x="3" y="53"/>
                    </a:cubicBezTo>
                    <a:lnTo>
                      <a:pt x="3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Freeform 375">
                <a:extLst>
                  <a:ext uri="{FF2B5EF4-FFF2-40B4-BE49-F238E27FC236}">
                    <a16:creationId xmlns:a16="http://schemas.microsoft.com/office/drawing/2014/main" id="{3725A2CA-8012-C6EA-8654-82CD071DA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3613"/>
                <a:ext cx="70" cy="108"/>
              </a:xfrm>
              <a:custGeom>
                <a:avLst/>
                <a:gdLst>
                  <a:gd name="T0" fmla="*/ 2240 w 35"/>
                  <a:gd name="T1" fmla="*/ 2752 h 54"/>
                  <a:gd name="T2" fmla="*/ 1600 w 35"/>
                  <a:gd name="T3" fmla="*/ 2944 h 54"/>
                  <a:gd name="T4" fmla="*/ 1216 w 35"/>
                  <a:gd name="T5" fmla="*/ 2176 h 54"/>
                  <a:gd name="T6" fmla="*/ 1216 w 35"/>
                  <a:gd name="T7" fmla="*/ 768 h 54"/>
                  <a:gd name="T8" fmla="*/ 1408 w 35"/>
                  <a:gd name="T9" fmla="*/ 0 h 54"/>
                  <a:gd name="T10" fmla="*/ 1408 w 35"/>
                  <a:gd name="T11" fmla="*/ 0 h 54"/>
                  <a:gd name="T12" fmla="*/ 0 w 35"/>
                  <a:gd name="T13" fmla="*/ 0 h 54"/>
                  <a:gd name="T14" fmla="*/ 0 w 35"/>
                  <a:gd name="T15" fmla="*/ 0 h 54"/>
                  <a:gd name="T16" fmla="*/ 192 w 35"/>
                  <a:gd name="T17" fmla="*/ 768 h 54"/>
                  <a:gd name="T18" fmla="*/ 192 w 35"/>
                  <a:gd name="T19" fmla="*/ 2368 h 54"/>
                  <a:gd name="T20" fmla="*/ 448 w 35"/>
                  <a:gd name="T21" fmla="*/ 3136 h 54"/>
                  <a:gd name="T22" fmla="*/ 1216 w 35"/>
                  <a:gd name="T23" fmla="*/ 3456 h 54"/>
                  <a:gd name="T24" fmla="*/ 2240 w 35"/>
                  <a:gd name="T25" fmla="*/ 2752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5" h="54">
                    <a:moveTo>
                      <a:pt x="35" y="43"/>
                    </a:moveTo>
                    <a:cubicBezTo>
                      <a:pt x="34" y="44"/>
                      <a:pt x="30" y="47"/>
                      <a:pt x="25" y="46"/>
                    </a:cubicBezTo>
                    <a:cubicBezTo>
                      <a:pt x="18" y="45"/>
                      <a:pt x="19" y="37"/>
                      <a:pt x="19" y="3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8"/>
                      <a:pt x="18" y="3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3"/>
                      <a:pt x="3" y="8"/>
                      <a:pt x="3" y="12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42"/>
                      <a:pt x="3" y="46"/>
                      <a:pt x="7" y="49"/>
                    </a:cubicBezTo>
                    <a:cubicBezTo>
                      <a:pt x="10" y="53"/>
                      <a:pt x="14" y="54"/>
                      <a:pt x="19" y="54"/>
                    </a:cubicBezTo>
                    <a:cubicBezTo>
                      <a:pt x="25" y="54"/>
                      <a:pt x="33" y="52"/>
                      <a:pt x="35" y="4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9" name="Freeform 376">
                <a:extLst>
                  <a:ext uri="{FF2B5EF4-FFF2-40B4-BE49-F238E27FC236}">
                    <a16:creationId xmlns:a16="http://schemas.microsoft.com/office/drawing/2014/main" id="{92714766-ADD0-15FD-2548-73B02C0D0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" y="3609"/>
                <a:ext cx="86" cy="112"/>
              </a:xfrm>
              <a:custGeom>
                <a:avLst/>
                <a:gdLst>
                  <a:gd name="T0" fmla="*/ 2688 w 43"/>
                  <a:gd name="T1" fmla="*/ 2816 h 56"/>
                  <a:gd name="T2" fmla="*/ 2048 w 43"/>
                  <a:gd name="T3" fmla="*/ 3072 h 56"/>
                  <a:gd name="T4" fmla="*/ 1024 w 43"/>
                  <a:gd name="T5" fmla="*/ 1792 h 56"/>
                  <a:gd name="T6" fmla="*/ 1920 w 43"/>
                  <a:gd name="T7" fmla="*/ 448 h 56"/>
                  <a:gd name="T8" fmla="*/ 2688 w 43"/>
                  <a:gd name="T9" fmla="*/ 960 h 56"/>
                  <a:gd name="T10" fmla="*/ 2688 w 43"/>
                  <a:gd name="T11" fmla="*/ 128 h 56"/>
                  <a:gd name="T12" fmla="*/ 1856 w 43"/>
                  <a:gd name="T13" fmla="*/ 64 h 56"/>
                  <a:gd name="T14" fmla="*/ 512 w 43"/>
                  <a:gd name="T15" fmla="*/ 512 h 56"/>
                  <a:gd name="T16" fmla="*/ 0 w 43"/>
                  <a:gd name="T17" fmla="*/ 1792 h 56"/>
                  <a:gd name="T18" fmla="*/ 576 w 43"/>
                  <a:gd name="T19" fmla="*/ 3200 h 56"/>
                  <a:gd name="T20" fmla="*/ 1664 w 43"/>
                  <a:gd name="T21" fmla="*/ 3584 h 56"/>
                  <a:gd name="T22" fmla="*/ 2496 w 43"/>
                  <a:gd name="T23" fmla="*/ 3264 h 56"/>
                  <a:gd name="T24" fmla="*/ 2752 w 43"/>
                  <a:gd name="T25" fmla="*/ 2816 h 56"/>
                  <a:gd name="T26" fmla="*/ 2688 w 43"/>
                  <a:gd name="T27" fmla="*/ 2816 h 5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" h="56">
                    <a:moveTo>
                      <a:pt x="42" y="44"/>
                    </a:moveTo>
                    <a:cubicBezTo>
                      <a:pt x="41" y="45"/>
                      <a:pt x="37" y="48"/>
                      <a:pt x="32" y="48"/>
                    </a:cubicBezTo>
                    <a:cubicBezTo>
                      <a:pt x="23" y="48"/>
                      <a:pt x="16" y="39"/>
                      <a:pt x="16" y="28"/>
                    </a:cubicBezTo>
                    <a:cubicBezTo>
                      <a:pt x="16" y="18"/>
                      <a:pt x="19" y="7"/>
                      <a:pt x="30" y="7"/>
                    </a:cubicBezTo>
                    <a:cubicBezTo>
                      <a:pt x="36" y="7"/>
                      <a:pt x="41" y="12"/>
                      <a:pt x="42" y="15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40" y="4"/>
                      <a:pt x="35" y="2"/>
                      <a:pt x="29" y="1"/>
                    </a:cubicBezTo>
                    <a:cubicBezTo>
                      <a:pt x="20" y="0"/>
                      <a:pt x="15" y="3"/>
                      <a:pt x="8" y="8"/>
                    </a:cubicBezTo>
                    <a:cubicBezTo>
                      <a:pt x="3" y="13"/>
                      <a:pt x="0" y="21"/>
                      <a:pt x="0" y="28"/>
                    </a:cubicBezTo>
                    <a:cubicBezTo>
                      <a:pt x="0" y="36"/>
                      <a:pt x="3" y="45"/>
                      <a:pt x="9" y="50"/>
                    </a:cubicBezTo>
                    <a:cubicBezTo>
                      <a:pt x="15" y="55"/>
                      <a:pt x="22" y="56"/>
                      <a:pt x="26" y="56"/>
                    </a:cubicBezTo>
                    <a:cubicBezTo>
                      <a:pt x="33" y="56"/>
                      <a:pt x="37" y="53"/>
                      <a:pt x="39" y="51"/>
                    </a:cubicBezTo>
                    <a:cubicBezTo>
                      <a:pt x="41" y="49"/>
                      <a:pt x="42" y="46"/>
                      <a:pt x="43" y="44"/>
                    </a:cubicBezTo>
                    <a:lnTo>
                      <a:pt x="42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  <p:grpSp>
          <p:nvGrpSpPr>
            <p:cNvPr id="8" name="Group 533">
              <a:extLst>
                <a:ext uri="{FF2B5EF4-FFF2-40B4-BE49-F238E27FC236}">
                  <a16:creationId xmlns:a16="http://schemas.microsoft.com/office/drawing/2014/main" id="{D985A9D4-54AA-C8EC-0BE9-1DDC50579C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9186" y="959346"/>
              <a:ext cx="2852317" cy="404661"/>
              <a:chOff x="232" y="2005"/>
              <a:chExt cx="2608" cy="370"/>
            </a:xfrm>
          </p:grpSpPr>
          <p:sp>
            <p:nvSpPr>
              <p:cNvPr id="9" name="Freeform 534">
                <a:extLst>
                  <a:ext uri="{FF2B5EF4-FFF2-40B4-BE49-F238E27FC236}">
                    <a16:creationId xmlns:a16="http://schemas.microsoft.com/office/drawing/2014/main" id="{48EEAA83-1177-BD37-FC90-14F96818EF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4" y="2007"/>
                <a:ext cx="376" cy="364"/>
              </a:xfrm>
              <a:custGeom>
                <a:avLst/>
                <a:gdLst>
                  <a:gd name="T0" fmla="*/ 12032 w 188"/>
                  <a:gd name="T1" fmla="*/ 3392 h 182"/>
                  <a:gd name="T2" fmla="*/ 12032 w 188"/>
                  <a:gd name="T3" fmla="*/ 2304 h 182"/>
                  <a:gd name="T4" fmla="*/ 6592 w 188"/>
                  <a:gd name="T5" fmla="*/ 2304 h 182"/>
                  <a:gd name="T6" fmla="*/ 6592 w 188"/>
                  <a:gd name="T7" fmla="*/ 0 h 182"/>
                  <a:gd name="T8" fmla="*/ 5440 w 188"/>
                  <a:gd name="T9" fmla="*/ 0 h 182"/>
                  <a:gd name="T10" fmla="*/ 5440 w 188"/>
                  <a:gd name="T11" fmla="*/ 2304 h 182"/>
                  <a:gd name="T12" fmla="*/ 0 w 188"/>
                  <a:gd name="T13" fmla="*/ 2304 h 182"/>
                  <a:gd name="T14" fmla="*/ 0 w 188"/>
                  <a:gd name="T15" fmla="*/ 3392 h 182"/>
                  <a:gd name="T16" fmla="*/ 5440 w 188"/>
                  <a:gd name="T17" fmla="*/ 3392 h 182"/>
                  <a:gd name="T18" fmla="*/ 5440 w 188"/>
                  <a:gd name="T19" fmla="*/ 5760 h 182"/>
                  <a:gd name="T20" fmla="*/ 1344 w 188"/>
                  <a:gd name="T21" fmla="*/ 5760 h 182"/>
                  <a:gd name="T22" fmla="*/ 1344 w 188"/>
                  <a:gd name="T23" fmla="*/ 11648 h 182"/>
                  <a:gd name="T24" fmla="*/ 10752 w 188"/>
                  <a:gd name="T25" fmla="*/ 11648 h 182"/>
                  <a:gd name="T26" fmla="*/ 10752 w 188"/>
                  <a:gd name="T27" fmla="*/ 5760 h 182"/>
                  <a:gd name="T28" fmla="*/ 10176 w 188"/>
                  <a:gd name="T29" fmla="*/ 5760 h 182"/>
                  <a:gd name="T30" fmla="*/ 6592 w 188"/>
                  <a:gd name="T31" fmla="*/ 5760 h 182"/>
                  <a:gd name="T32" fmla="*/ 6592 w 188"/>
                  <a:gd name="T33" fmla="*/ 3392 h 182"/>
                  <a:gd name="T34" fmla="*/ 12032 w 188"/>
                  <a:gd name="T35" fmla="*/ 3392 h 182"/>
                  <a:gd name="T36" fmla="*/ 9600 w 188"/>
                  <a:gd name="T37" fmla="*/ 10560 h 182"/>
                  <a:gd name="T38" fmla="*/ 2432 w 188"/>
                  <a:gd name="T39" fmla="*/ 10560 h 182"/>
                  <a:gd name="T40" fmla="*/ 2432 w 188"/>
                  <a:gd name="T41" fmla="*/ 6848 h 182"/>
                  <a:gd name="T42" fmla="*/ 9600 w 188"/>
                  <a:gd name="T43" fmla="*/ 6848 h 182"/>
                  <a:gd name="T44" fmla="*/ 9600 w 188"/>
                  <a:gd name="T45" fmla="*/ 10560 h 18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88" h="182">
                    <a:moveTo>
                      <a:pt x="188" y="53"/>
                    </a:moveTo>
                    <a:cubicBezTo>
                      <a:pt x="188" y="36"/>
                      <a:pt x="188" y="36"/>
                      <a:pt x="188" y="36"/>
                    </a:cubicBezTo>
                    <a:cubicBezTo>
                      <a:pt x="103" y="36"/>
                      <a:pt x="103" y="36"/>
                      <a:pt x="103" y="36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5" y="36"/>
                      <a:pt x="85" y="36"/>
                      <a:pt x="8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85" y="53"/>
                      <a:pt x="85" y="53"/>
                      <a:pt x="85" y="53"/>
                    </a:cubicBezTo>
                    <a:cubicBezTo>
                      <a:pt x="85" y="90"/>
                      <a:pt x="85" y="90"/>
                      <a:pt x="85" y="90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1" y="182"/>
                      <a:pt x="21" y="182"/>
                      <a:pt x="21" y="182"/>
                    </a:cubicBezTo>
                    <a:cubicBezTo>
                      <a:pt x="168" y="182"/>
                      <a:pt x="168" y="182"/>
                      <a:pt x="168" y="182"/>
                    </a:cubicBezTo>
                    <a:cubicBezTo>
                      <a:pt x="168" y="90"/>
                      <a:pt x="168" y="90"/>
                      <a:pt x="168" y="90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53"/>
                      <a:pt x="103" y="53"/>
                      <a:pt x="103" y="53"/>
                    </a:cubicBezTo>
                    <a:lnTo>
                      <a:pt x="188" y="53"/>
                    </a:lnTo>
                    <a:close/>
                    <a:moveTo>
                      <a:pt x="150" y="165"/>
                    </a:moveTo>
                    <a:cubicBezTo>
                      <a:pt x="136" y="165"/>
                      <a:pt x="52" y="165"/>
                      <a:pt x="38" y="165"/>
                    </a:cubicBezTo>
                    <a:cubicBezTo>
                      <a:pt x="38" y="153"/>
                      <a:pt x="38" y="119"/>
                      <a:pt x="38" y="107"/>
                    </a:cubicBezTo>
                    <a:cubicBezTo>
                      <a:pt x="52" y="107"/>
                      <a:pt x="136" y="107"/>
                      <a:pt x="150" y="107"/>
                    </a:cubicBezTo>
                    <a:cubicBezTo>
                      <a:pt x="150" y="119"/>
                      <a:pt x="150" y="153"/>
                      <a:pt x="150" y="16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Freeform 535">
                <a:extLst>
                  <a:ext uri="{FF2B5EF4-FFF2-40B4-BE49-F238E27FC236}">
                    <a16:creationId xmlns:a16="http://schemas.microsoft.com/office/drawing/2014/main" id="{8FBDBB9B-E0B8-8C40-D7F4-EF3E37FE5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007"/>
                <a:ext cx="76" cy="364"/>
              </a:xfrm>
              <a:custGeom>
                <a:avLst/>
                <a:gdLst>
                  <a:gd name="T0" fmla="*/ 1344 w 38"/>
                  <a:gd name="T1" fmla="*/ 0 h 182"/>
                  <a:gd name="T2" fmla="*/ 1344 w 38"/>
                  <a:gd name="T3" fmla="*/ 10048 h 182"/>
                  <a:gd name="T4" fmla="*/ 832 w 38"/>
                  <a:gd name="T5" fmla="*/ 10560 h 182"/>
                  <a:gd name="T6" fmla="*/ 0 w 38"/>
                  <a:gd name="T7" fmla="*/ 10560 h 182"/>
                  <a:gd name="T8" fmla="*/ 0 w 38"/>
                  <a:gd name="T9" fmla="*/ 11648 h 182"/>
                  <a:gd name="T10" fmla="*/ 832 w 38"/>
                  <a:gd name="T11" fmla="*/ 11648 h 182"/>
                  <a:gd name="T12" fmla="*/ 2432 w 38"/>
                  <a:gd name="T13" fmla="*/ 10048 h 182"/>
                  <a:gd name="T14" fmla="*/ 2432 w 38"/>
                  <a:gd name="T15" fmla="*/ 0 h 182"/>
                  <a:gd name="T16" fmla="*/ 1344 w 38"/>
                  <a:gd name="T17" fmla="*/ 0 h 1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8" h="182">
                    <a:moveTo>
                      <a:pt x="21" y="0"/>
                    </a:moveTo>
                    <a:cubicBezTo>
                      <a:pt x="21" y="157"/>
                      <a:pt x="21" y="157"/>
                      <a:pt x="21" y="157"/>
                    </a:cubicBezTo>
                    <a:cubicBezTo>
                      <a:pt x="21" y="161"/>
                      <a:pt x="17" y="165"/>
                      <a:pt x="13" y="165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13" y="182"/>
                      <a:pt x="13" y="182"/>
                      <a:pt x="13" y="182"/>
                    </a:cubicBezTo>
                    <a:cubicBezTo>
                      <a:pt x="27" y="182"/>
                      <a:pt x="38" y="171"/>
                      <a:pt x="38" y="157"/>
                    </a:cubicBezTo>
                    <a:cubicBezTo>
                      <a:pt x="38" y="0"/>
                      <a:pt x="38" y="0"/>
                      <a:pt x="38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Freeform 536">
                <a:extLst>
                  <a:ext uri="{FF2B5EF4-FFF2-40B4-BE49-F238E27FC236}">
                    <a16:creationId xmlns:a16="http://schemas.microsoft.com/office/drawing/2014/main" id="{7FA1CBBE-A0B6-D2C2-0DE8-E7AF42C39C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54" y="2113"/>
                <a:ext cx="186" cy="258"/>
              </a:xfrm>
              <a:custGeom>
                <a:avLst/>
                <a:gdLst>
                  <a:gd name="T0" fmla="*/ 5376 w 93"/>
                  <a:gd name="T1" fmla="*/ 0 h 129"/>
                  <a:gd name="T2" fmla="*/ 0 w 93"/>
                  <a:gd name="T3" fmla="*/ 0 h 129"/>
                  <a:gd name="T4" fmla="*/ 0 w 93"/>
                  <a:gd name="T5" fmla="*/ 8256 h 129"/>
                  <a:gd name="T6" fmla="*/ 5888 w 93"/>
                  <a:gd name="T7" fmla="*/ 8256 h 129"/>
                  <a:gd name="T8" fmla="*/ 5888 w 93"/>
                  <a:gd name="T9" fmla="*/ 4288 h 129"/>
                  <a:gd name="T10" fmla="*/ 1152 w 93"/>
                  <a:gd name="T11" fmla="*/ 4288 h 129"/>
                  <a:gd name="T12" fmla="*/ 1152 w 93"/>
                  <a:gd name="T13" fmla="*/ 3200 h 129"/>
                  <a:gd name="T14" fmla="*/ 5952 w 93"/>
                  <a:gd name="T15" fmla="*/ 3200 h 129"/>
                  <a:gd name="T16" fmla="*/ 5952 w 93"/>
                  <a:gd name="T17" fmla="*/ 0 h 129"/>
                  <a:gd name="T18" fmla="*/ 5376 w 93"/>
                  <a:gd name="T19" fmla="*/ 0 h 129"/>
                  <a:gd name="T20" fmla="*/ 4800 w 93"/>
                  <a:gd name="T21" fmla="*/ 1152 h 129"/>
                  <a:gd name="T22" fmla="*/ 4800 w 93"/>
                  <a:gd name="T23" fmla="*/ 2112 h 129"/>
                  <a:gd name="T24" fmla="*/ 1152 w 93"/>
                  <a:gd name="T25" fmla="*/ 2112 h 129"/>
                  <a:gd name="T26" fmla="*/ 1152 w 93"/>
                  <a:gd name="T27" fmla="*/ 1152 h 129"/>
                  <a:gd name="T28" fmla="*/ 4800 w 93"/>
                  <a:gd name="T29" fmla="*/ 1152 h 129"/>
                  <a:gd name="T30" fmla="*/ 4800 w 93"/>
                  <a:gd name="T31" fmla="*/ 5376 h 129"/>
                  <a:gd name="T32" fmla="*/ 4800 w 93"/>
                  <a:gd name="T33" fmla="*/ 7168 h 129"/>
                  <a:gd name="T34" fmla="*/ 1152 w 93"/>
                  <a:gd name="T35" fmla="*/ 7168 h 129"/>
                  <a:gd name="T36" fmla="*/ 1152 w 93"/>
                  <a:gd name="T37" fmla="*/ 5376 h 129"/>
                  <a:gd name="T38" fmla="*/ 4800 w 93"/>
                  <a:gd name="T39" fmla="*/ 5376 h 12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93" h="129">
                    <a:moveTo>
                      <a:pt x="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92" y="129"/>
                      <a:pt x="92" y="129"/>
                      <a:pt x="92" y="129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67"/>
                      <a:pt x="31" y="67"/>
                      <a:pt x="18" y="67"/>
                    </a:cubicBezTo>
                    <a:cubicBezTo>
                      <a:pt x="18" y="58"/>
                      <a:pt x="18" y="58"/>
                      <a:pt x="18" y="50"/>
                    </a:cubicBezTo>
                    <a:cubicBezTo>
                      <a:pt x="31" y="50"/>
                      <a:pt x="93" y="50"/>
                      <a:pt x="93" y="50"/>
                    </a:cubicBezTo>
                    <a:cubicBezTo>
                      <a:pt x="93" y="0"/>
                      <a:pt x="93" y="0"/>
                      <a:pt x="93" y="0"/>
                    </a:cubicBezTo>
                    <a:lnTo>
                      <a:pt x="84" y="0"/>
                    </a:lnTo>
                    <a:close/>
                    <a:moveTo>
                      <a:pt x="75" y="18"/>
                    </a:moveTo>
                    <a:cubicBezTo>
                      <a:pt x="75" y="24"/>
                      <a:pt x="75" y="27"/>
                      <a:pt x="75" y="33"/>
                    </a:cubicBezTo>
                    <a:cubicBezTo>
                      <a:pt x="64" y="33"/>
                      <a:pt x="30" y="33"/>
                      <a:pt x="18" y="33"/>
                    </a:cubicBezTo>
                    <a:cubicBezTo>
                      <a:pt x="18" y="28"/>
                      <a:pt x="18" y="20"/>
                      <a:pt x="18" y="18"/>
                    </a:cubicBezTo>
                    <a:cubicBezTo>
                      <a:pt x="30" y="18"/>
                      <a:pt x="64" y="18"/>
                      <a:pt x="75" y="18"/>
                    </a:cubicBezTo>
                    <a:close/>
                    <a:moveTo>
                      <a:pt x="75" y="84"/>
                    </a:moveTo>
                    <a:cubicBezTo>
                      <a:pt x="75" y="93"/>
                      <a:pt x="75" y="103"/>
                      <a:pt x="75" y="112"/>
                    </a:cubicBezTo>
                    <a:cubicBezTo>
                      <a:pt x="63" y="112"/>
                      <a:pt x="30" y="112"/>
                      <a:pt x="18" y="112"/>
                    </a:cubicBezTo>
                    <a:cubicBezTo>
                      <a:pt x="18" y="108"/>
                      <a:pt x="18" y="96"/>
                      <a:pt x="18" y="84"/>
                    </a:cubicBezTo>
                    <a:cubicBezTo>
                      <a:pt x="30" y="84"/>
                      <a:pt x="63" y="84"/>
                      <a:pt x="75" y="8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Freeform 537">
                <a:extLst>
                  <a:ext uri="{FF2B5EF4-FFF2-40B4-BE49-F238E27FC236}">
                    <a16:creationId xmlns:a16="http://schemas.microsoft.com/office/drawing/2014/main" id="{61E3FAE3-DFEE-2F76-E6B0-77ABC3E26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005"/>
                <a:ext cx="184" cy="100"/>
              </a:xfrm>
              <a:custGeom>
                <a:avLst/>
                <a:gdLst>
                  <a:gd name="T0" fmla="*/ 5312 w 92"/>
                  <a:gd name="T1" fmla="*/ 1344 h 50"/>
                  <a:gd name="T2" fmla="*/ 3520 w 92"/>
                  <a:gd name="T3" fmla="*/ 1344 h 50"/>
                  <a:gd name="T4" fmla="*/ 3520 w 92"/>
                  <a:gd name="T5" fmla="*/ 0 h 50"/>
                  <a:gd name="T6" fmla="*/ 2432 w 92"/>
                  <a:gd name="T7" fmla="*/ 0 h 50"/>
                  <a:gd name="T8" fmla="*/ 2432 w 92"/>
                  <a:gd name="T9" fmla="*/ 1344 h 50"/>
                  <a:gd name="T10" fmla="*/ 0 w 92"/>
                  <a:gd name="T11" fmla="*/ 1344 h 50"/>
                  <a:gd name="T12" fmla="*/ 0 w 92"/>
                  <a:gd name="T13" fmla="*/ 3200 h 50"/>
                  <a:gd name="T14" fmla="*/ 1088 w 92"/>
                  <a:gd name="T15" fmla="*/ 3200 h 50"/>
                  <a:gd name="T16" fmla="*/ 1088 w 92"/>
                  <a:gd name="T17" fmla="*/ 2432 h 50"/>
                  <a:gd name="T18" fmla="*/ 4736 w 92"/>
                  <a:gd name="T19" fmla="*/ 2432 h 50"/>
                  <a:gd name="T20" fmla="*/ 4736 w 92"/>
                  <a:gd name="T21" fmla="*/ 3200 h 50"/>
                  <a:gd name="T22" fmla="*/ 5888 w 92"/>
                  <a:gd name="T23" fmla="*/ 3200 h 50"/>
                  <a:gd name="T24" fmla="*/ 5888 w 92"/>
                  <a:gd name="T25" fmla="*/ 1344 h 50"/>
                  <a:gd name="T26" fmla="*/ 5312 w 92"/>
                  <a:gd name="T27" fmla="*/ 1344 h 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2" h="50">
                    <a:moveTo>
                      <a:pt x="83" y="21"/>
                    </a:moveTo>
                    <a:cubicBezTo>
                      <a:pt x="55" y="21"/>
                      <a:pt x="55" y="21"/>
                      <a:pt x="55" y="2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7" y="50"/>
                      <a:pt x="17" y="44"/>
                      <a:pt x="17" y="38"/>
                    </a:cubicBezTo>
                    <a:cubicBezTo>
                      <a:pt x="29" y="38"/>
                      <a:pt x="63" y="38"/>
                      <a:pt x="74" y="38"/>
                    </a:cubicBezTo>
                    <a:cubicBezTo>
                      <a:pt x="74" y="44"/>
                      <a:pt x="74" y="50"/>
                      <a:pt x="74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21"/>
                      <a:pt x="92" y="21"/>
                      <a:pt x="92" y="21"/>
                    </a:cubicBezTo>
                    <a:lnTo>
                      <a:pt x="83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Freeform 538">
                <a:extLst>
                  <a:ext uri="{FF2B5EF4-FFF2-40B4-BE49-F238E27FC236}">
                    <a16:creationId xmlns:a16="http://schemas.microsoft.com/office/drawing/2014/main" id="{035A00E5-78E2-E2CE-C78B-E8BE7C9518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2" y="2021"/>
                <a:ext cx="354" cy="350"/>
              </a:xfrm>
              <a:custGeom>
                <a:avLst/>
                <a:gdLst>
                  <a:gd name="T0" fmla="*/ 5760 w 177"/>
                  <a:gd name="T1" fmla="*/ 5376 h 175"/>
                  <a:gd name="T2" fmla="*/ 7552 w 177"/>
                  <a:gd name="T3" fmla="*/ 4160 h 175"/>
                  <a:gd name="T4" fmla="*/ 10752 w 177"/>
                  <a:gd name="T5" fmla="*/ 896 h 175"/>
                  <a:gd name="T6" fmla="*/ 11328 w 177"/>
                  <a:gd name="T7" fmla="*/ 0 h 175"/>
                  <a:gd name="T8" fmla="*/ 10304 w 177"/>
                  <a:gd name="T9" fmla="*/ 0 h 175"/>
                  <a:gd name="T10" fmla="*/ 4032 w 177"/>
                  <a:gd name="T11" fmla="*/ 0 h 175"/>
                  <a:gd name="T12" fmla="*/ 3840 w 177"/>
                  <a:gd name="T13" fmla="*/ 256 h 175"/>
                  <a:gd name="T14" fmla="*/ 0 w 177"/>
                  <a:gd name="T15" fmla="*/ 2880 h 175"/>
                  <a:gd name="T16" fmla="*/ 0 w 177"/>
                  <a:gd name="T17" fmla="*/ 4032 h 175"/>
                  <a:gd name="T18" fmla="*/ 2560 w 177"/>
                  <a:gd name="T19" fmla="*/ 2816 h 175"/>
                  <a:gd name="T20" fmla="*/ 4544 w 177"/>
                  <a:gd name="T21" fmla="*/ 4736 h 175"/>
                  <a:gd name="T22" fmla="*/ 3456 w 177"/>
                  <a:gd name="T23" fmla="*/ 5312 h 175"/>
                  <a:gd name="T24" fmla="*/ 0 w 177"/>
                  <a:gd name="T25" fmla="*/ 6720 h 175"/>
                  <a:gd name="T26" fmla="*/ 0 w 177"/>
                  <a:gd name="T27" fmla="*/ 7872 h 175"/>
                  <a:gd name="T28" fmla="*/ 3008 w 177"/>
                  <a:gd name="T29" fmla="*/ 6784 h 175"/>
                  <a:gd name="T30" fmla="*/ 3008 w 177"/>
                  <a:gd name="T31" fmla="*/ 11200 h 175"/>
                  <a:gd name="T32" fmla="*/ 11328 w 177"/>
                  <a:gd name="T33" fmla="*/ 11200 h 175"/>
                  <a:gd name="T34" fmla="*/ 11328 w 177"/>
                  <a:gd name="T35" fmla="*/ 5376 h 175"/>
                  <a:gd name="T36" fmla="*/ 10752 w 177"/>
                  <a:gd name="T37" fmla="*/ 5376 h 175"/>
                  <a:gd name="T38" fmla="*/ 5760 w 177"/>
                  <a:gd name="T39" fmla="*/ 5376 h 175"/>
                  <a:gd name="T40" fmla="*/ 3456 w 177"/>
                  <a:gd name="T41" fmla="*/ 2176 h 175"/>
                  <a:gd name="T42" fmla="*/ 4544 w 177"/>
                  <a:gd name="T43" fmla="*/ 1152 h 175"/>
                  <a:gd name="T44" fmla="*/ 9152 w 177"/>
                  <a:gd name="T45" fmla="*/ 1152 h 175"/>
                  <a:gd name="T46" fmla="*/ 5568 w 177"/>
                  <a:gd name="T47" fmla="*/ 4160 h 175"/>
                  <a:gd name="T48" fmla="*/ 3456 w 177"/>
                  <a:gd name="T49" fmla="*/ 2176 h 175"/>
                  <a:gd name="T50" fmla="*/ 10176 w 177"/>
                  <a:gd name="T51" fmla="*/ 10112 h 175"/>
                  <a:gd name="T52" fmla="*/ 4096 w 177"/>
                  <a:gd name="T53" fmla="*/ 10112 h 175"/>
                  <a:gd name="T54" fmla="*/ 4096 w 177"/>
                  <a:gd name="T55" fmla="*/ 6464 h 175"/>
                  <a:gd name="T56" fmla="*/ 10176 w 177"/>
                  <a:gd name="T57" fmla="*/ 6464 h 175"/>
                  <a:gd name="T58" fmla="*/ 10176 w 177"/>
                  <a:gd name="T59" fmla="*/ 10112 h 17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77" h="175">
                    <a:moveTo>
                      <a:pt x="90" y="84"/>
                    </a:moveTo>
                    <a:cubicBezTo>
                      <a:pt x="100" y="77"/>
                      <a:pt x="109" y="71"/>
                      <a:pt x="118" y="65"/>
                    </a:cubicBezTo>
                    <a:cubicBezTo>
                      <a:pt x="139" y="49"/>
                      <a:pt x="156" y="32"/>
                      <a:pt x="168" y="14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61" y="0"/>
                      <a:pt x="161" y="0"/>
                      <a:pt x="161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0" y="4"/>
                      <a:pt x="41" y="29"/>
                      <a:pt x="0" y="45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6" y="58"/>
                      <a:pt x="29" y="51"/>
                      <a:pt x="40" y="44"/>
                    </a:cubicBezTo>
                    <a:cubicBezTo>
                      <a:pt x="71" y="74"/>
                      <a:pt x="71" y="74"/>
                      <a:pt x="71" y="74"/>
                    </a:cubicBezTo>
                    <a:cubicBezTo>
                      <a:pt x="65" y="77"/>
                      <a:pt x="60" y="80"/>
                      <a:pt x="54" y="83"/>
                    </a:cubicBezTo>
                    <a:cubicBezTo>
                      <a:pt x="31" y="94"/>
                      <a:pt x="10" y="102"/>
                      <a:pt x="0" y="105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7" y="121"/>
                      <a:pt x="24" y="116"/>
                      <a:pt x="47" y="106"/>
                    </a:cubicBezTo>
                    <a:cubicBezTo>
                      <a:pt x="47" y="175"/>
                      <a:pt x="47" y="175"/>
                      <a:pt x="47" y="175"/>
                    </a:cubicBezTo>
                    <a:cubicBezTo>
                      <a:pt x="177" y="175"/>
                      <a:pt x="177" y="175"/>
                      <a:pt x="177" y="175"/>
                    </a:cubicBezTo>
                    <a:cubicBezTo>
                      <a:pt x="177" y="84"/>
                      <a:pt x="177" y="84"/>
                      <a:pt x="177" y="84"/>
                    </a:cubicBezTo>
                    <a:cubicBezTo>
                      <a:pt x="168" y="84"/>
                      <a:pt x="168" y="84"/>
                      <a:pt x="168" y="84"/>
                    </a:cubicBezTo>
                    <a:lnTo>
                      <a:pt x="90" y="84"/>
                    </a:lnTo>
                    <a:close/>
                    <a:moveTo>
                      <a:pt x="54" y="34"/>
                    </a:moveTo>
                    <a:cubicBezTo>
                      <a:pt x="63" y="27"/>
                      <a:pt x="68" y="21"/>
                      <a:pt x="71" y="18"/>
                    </a:cubicBezTo>
                    <a:cubicBezTo>
                      <a:pt x="77" y="18"/>
                      <a:pt x="121" y="18"/>
                      <a:pt x="143" y="18"/>
                    </a:cubicBezTo>
                    <a:cubicBezTo>
                      <a:pt x="127" y="37"/>
                      <a:pt x="106" y="53"/>
                      <a:pt x="87" y="65"/>
                    </a:cubicBezTo>
                    <a:lnTo>
                      <a:pt x="54" y="34"/>
                    </a:lnTo>
                    <a:close/>
                    <a:moveTo>
                      <a:pt x="159" y="158"/>
                    </a:moveTo>
                    <a:cubicBezTo>
                      <a:pt x="146" y="158"/>
                      <a:pt x="78" y="158"/>
                      <a:pt x="64" y="158"/>
                    </a:cubicBezTo>
                    <a:cubicBezTo>
                      <a:pt x="64" y="146"/>
                      <a:pt x="64" y="113"/>
                      <a:pt x="64" y="101"/>
                    </a:cubicBezTo>
                    <a:cubicBezTo>
                      <a:pt x="78" y="101"/>
                      <a:pt x="146" y="101"/>
                      <a:pt x="159" y="101"/>
                    </a:cubicBezTo>
                    <a:cubicBezTo>
                      <a:pt x="159" y="113"/>
                      <a:pt x="159" y="146"/>
                      <a:pt x="159" y="15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Freeform 539">
                <a:extLst>
                  <a:ext uri="{FF2B5EF4-FFF2-40B4-BE49-F238E27FC236}">
                    <a16:creationId xmlns:a16="http://schemas.microsoft.com/office/drawing/2014/main" id="{2E0B333C-F4C2-4C4B-6D7A-7BF642565F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2" y="2023"/>
                <a:ext cx="356" cy="348"/>
              </a:xfrm>
              <a:custGeom>
                <a:avLst/>
                <a:gdLst>
                  <a:gd name="T0" fmla="*/ 7168 w 178"/>
                  <a:gd name="T1" fmla="*/ 10048 h 174"/>
                  <a:gd name="T2" fmla="*/ 7168 w 178"/>
                  <a:gd name="T3" fmla="*/ 9024 h 174"/>
                  <a:gd name="T4" fmla="*/ 10624 w 178"/>
                  <a:gd name="T5" fmla="*/ 9024 h 174"/>
                  <a:gd name="T6" fmla="*/ 10624 w 178"/>
                  <a:gd name="T7" fmla="*/ 7936 h 174"/>
                  <a:gd name="T8" fmla="*/ 7168 w 178"/>
                  <a:gd name="T9" fmla="*/ 7936 h 174"/>
                  <a:gd name="T10" fmla="*/ 7168 w 178"/>
                  <a:gd name="T11" fmla="*/ 6912 h 174"/>
                  <a:gd name="T12" fmla="*/ 10624 w 178"/>
                  <a:gd name="T13" fmla="*/ 6912 h 174"/>
                  <a:gd name="T14" fmla="*/ 10624 w 178"/>
                  <a:gd name="T15" fmla="*/ 6336 h 174"/>
                  <a:gd name="T16" fmla="*/ 10688 w 178"/>
                  <a:gd name="T17" fmla="*/ 5760 h 174"/>
                  <a:gd name="T18" fmla="*/ 10688 w 178"/>
                  <a:gd name="T19" fmla="*/ 5760 h 174"/>
                  <a:gd name="T20" fmla="*/ 9024 w 178"/>
                  <a:gd name="T21" fmla="*/ 4800 h 174"/>
                  <a:gd name="T22" fmla="*/ 11136 w 178"/>
                  <a:gd name="T23" fmla="*/ 4800 h 174"/>
                  <a:gd name="T24" fmla="*/ 11136 w 178"/>
                  <a:gd name="T25" fmla="*/ 3648 h 174"/>
                  <a:gd name="T26" fmla="*/ 2176 w 178"/>
                  <a:gd name="T27" fmla="*/ 3648 h 174"/>
                  <a:gd name="T28" fmla="*/ 2176 w 178"/>
                  <a:gd name="T29" fmla="*/ 2944 h 174"/>
                  <a:gd name="T30" fmla="*/ 11136 w 178"/>
                  <a:gd name="T31" fmla="*/ 2944 h 174"/>
                  <a:gd name="T32" fmla="*/ 11136 w 178"/>
                  <a:gd name="T33" fmla="*/ 0 h 174"/>
                  <a:gd name="T34" fmla="*/ 10624 w 178"/>
                  <a:gd name="T35" fmla="*/ 0 h 174"/>
                  <a:gd name="T36" fmla="*/ 1024 w 178"/>
                  <a:gd name="T37" fmla="*/ 0 h 174"/>
                  <a:gd name="T38" fmla="*/ 1024 w 178"/>
                  <a:gd name="T39" fmla="*/ 512 h 174"/>
                  <a:gd name="T40" fmla="*/ 1024 w 178"/>
                  <a:gd name="T41" fmla="*/ 1088 h 174"/>
                  <a:gd name="T42" fmla="*/ 1024 w 178"/>
                  <a:gd name="T43" fmla="*/ 1856 h 174"/>
                  <a:gd name="T44" fmla="*/ 1024 w 178"/>
                  <a:gd name="T45" fmla="*/ 2944 h 174"/>
                  <a:gd name="T46" fmla="*/ 1024 w 178"/>
                  <a:gd name="T47" fmla="*/ 3648 h 174"/>
                  <a:gd name="T48" fmla="*/ 1024 w 178"/>
                  <a:gd name="T49" fmla="*/ 4800 h 174"/>
                  <a:gd name="T50" fmla="*/ 1024 w 178"/>
                  <a:gd name="T51" fmla="*/ 6656 h 174"/>
                  <a:gd name="T52" fmla="*/ 1024 w 178"/>
                  <a:gd name="T53" fmla="*/ 6720 h 174"/>
                  <a:gd name="T54" fmla="*/ 0 w 178"/>
                  <a:gd name="T55" fmla="*/ 9728 h 174"/>
                  <a:gd name="T56" fmla="*/ 0 w 178"/>
                  <a:gd name="T57" fmla="*/ 11136 h 174"/>
                  <a:gd name="T58" fmla="*/ 2176 w 178"/>
                  <a:gd name="T59" fmla="*/ 6784 h 174"/>
                  <a:gd name="T60" fmla="*/ 2176 w 178"/>
                  <a:gd name="T61" fmla="*/ 6656 h 174"/>
                  <a:gd name="T62" fmla="*/ 2176 w 178"/>
                  <a:gd name="T63" fmla="*/ 4800 h 174"/>
                  <a:gd name="T64" fmla="*/ 4224 w 178"/>
                  <a:gd name="T65" fmla="*/ 4800 h 174"/>
                  <a:gd name="T66" fmla="*/ 2560 w 178"/>
                  <a:gd name="T67" fmla="*/ 5760 h 174"/>
                  <a:gd name="T68" fmla="*/ 2624 w 178"/>
                  <a:gd name="T69" fmla="*/ 5760 h 174"/>
                  <a:gd name="T70" fmla="*/ 2624 w 178"/>
                  <a:gd name="T71" fmla="*/ 6912 h 174"/>
                  <a:gd name="T72" fmla="*/ 6080 w 178"/>
                  <a:gd name="T73" fmla="*/ 6912 h 174"/>
                  <a:gd name="T74" fmla="*/ 6080 w 178"/>
                  <a:gd name="T75" fmla="*/ 7936 h 174"/>
                  <a:gd name="T76" fmla="*/ 2624 w 178"/>
                  <a:gd name="T77" fmla="*/ 7936 h 174"/>
                  <a:gd name="T78" fmla="*/ 2624 w 178"/>
                  <a:gd name="T79" fmla="*/ 9024 h 174"/>
                  <a:gd name="T80" fmla="*/ 6080 w 178"/>
                  <a:gd name="T81" fmla="*/ 9024 h 174"/>
                  <a:gd name="T82" fmla="*/ 6080 w 178"/>
                  <a:gd name="T83" fmla="*/ 10048 h 174"/>
                  <a:gd name="T84" fmla="*/ 1792 w 178"/>
                  <a:gd name="T85" fmla="*/ 10048 h 174"/>
                  <a:gd name="T86" fmla="*/ 1792 w 178"/>
                  <a:gd name="T87" fmla="*/ 11136 h 174"/>
                  <a:gd name="T88" fmla="*/ 11392 w 178"/>
                  <a:gd name="T89" fmla="*/ 11136 h 174"/>
                  <a:gd name="T90" fmla="*/ 11392 w 178"/>
                  <a:gd name="T91" fmla="*/ 10048 h 174"/>
                  <a:gd name="T92" fmla="*/ 7168 w 178"/>
                  <a:gd name="T93" fmla="*/ 10048 h 174"/>
                  <a:gd name="T94" fmla="*/ 2176 w 178"/>
                  <a:gd name="T95" fmla="*/ 1088 h 174"/>
                  <a:gd name="T96" fmla="*/ 10048 w 178"/>
                  <a:gd name="T97" fmla="*/ 1088 h 174"/>
                  <a:gd name="T98" fmla="*/ 10048 w 178"/>
                  <a:gd name="T99" fmla="*/ 1856 h 174"/>
                  <a:gd name="T100" fmla="*/ 2176 w 178"/>
                  <a:gd name="T101" fmla="*/ 1856 h 174"/>
                  <a:gd name="T102" fmla="*/ 2176 w 178"/>
                  <a:gd name="T103" fmla="*/ 1088 h 174"/>
                  <a:gd name="T104" fmla="*/ 5440 w 178"/>
                  <a:gd name="T105" fmla="*/ 4800 h 174"/>
                  <a:gd name="T106" fmla="*/ 7808 w 178"/>
                  <a:gd name="T107" fmla="*/ 4800 h 174"/>
                  <a:gd name="T108" fmla="*/ 8384 w 178"/>
                  <a:gd name="T109" fmla="*/ 5760 h 174"/>
                  <a:gd name="T110" fmla="*/ 4864 w 178"/>
                  <a:gd name="T111" fmla="*/ 5760 h 174"/>
                  <a:gd name="T112" fmla="*/ 5440 w 178"/>
                  <a:gd name="T113" fmla="*/ 4800 h 17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78" h="174">
                    <a:moveTo>
                      <a:pt x="112" y="157"/>
                    </a:moveTo>
                    <a:cubicBezTo>
                      <a:pt x="112" y="141"/>
                      <a:pt x="112" y="141"/>
                      <a:pt x="112" y="141"/>
                    </a:cubicBezTo>
                    <a:cubicBezTo>
                      <a:pt x="166" y="141"/>
                      <a:pt x="166" y="141"/>
                      <a:pt x="166" y="141"/>
                    </a:cubicBezTo>
                    <a:cubicBezTo>
                      <a:pt x="166" y="124"/>
                      <a:pt x="166" y="124"/>
                      <a:pt x="166" y="124"/>
                    </a:cubicBezTo>
                    <a:cubicBezTo>
                      <a:pt x="112" y="124"/>
                      <a:pt x="112" y="124"/>
                      <a:pt x="112" y="124"/>
                    </a:cubicBezTo>
                    <a:cubicBezTo>
                      <a:pt x="112" y="108"/>
                      <a:pt x="112" y="108"/>
                      <a:pt x="112" y="108"/>
                    </a:cubicBezTo>
                    <a:cubicBezTo>
                      <a:pt x="166" y="108"/>
                      <a:pt x="166" y="108"/>
                      <a:pt x="166" y="108"/>
                    </a:cubicBezTo>
                    <a:cubicBezTo>
                      <a:pt x="166" y="99"/>
                      <a:pt x="166" y="99"/>
                      <a:pt x="166" y="99"/>
                    </a:cubicBezTo>
                    <a:cubicBezTo>
                      <a:pt x="167" y="90"/>
                      <a:pt x="167" y="90"/>
                      <a:pt x="167" y="90"/>
                    </a:cubicBezTo>
                    <a:cubicBezTo>
                      <a:pt x="167" y="90"/>
                      <a:pt x="167" y="90"/>
                      <a:pt x="167" y="90"/>
                    </a:cubicBezTo>
                    <a:cubicBezTo>
                      <a:pt x="166" y="90"/>
                      <a:pt x="150" y="89"/>
                      <a:pt x="141" y="75"/>
                    </a:cubicBezTo>
                    <a:cubicBezTo>
                      <a:pt x="174" y="75"/>
                      <a:pt x="174" y="75"/>
                      <a:pt x="174" y="75"/>
                    </a:cubicBezTo>
                    <a:cubicBezTo>
                      <a:pt x="174" y="57"/>
                      <a:pt x="174" y="57"/>
                      <a:pt x="174" y="57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4" y="54"/>
                      <a:pt x="34" y="50"/>
                      <a:pt x="34" y="46"/>
                    </a:cubicBezTo>
                    <a:cubicBezTo>
                      <a:pt x="174" y="46"/>
                      <a:pt x="174" y="46"/>
                      <a:pt x="174" y="46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6" y="0"/>
                      <a:pt x="166" y="0"/>
                      <a:pt x="1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105"/>
                      <a:pt x="16" y="105"/>
                      <a:pt x="16" y="105"/>
                    </a:cubicBezTo>
                    <a:cubicBezTo>
                      <a:pt x="16" y="105"/>
                      <a:pt x="17" y="134"/>
                      <a:pt x="0" y="152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2" y="155"/>
                      <a:pt x="34" y="115"/>
                      <a:pt x="34" y="106"/>
                    </a:cubicBezTo>
                    <a:cubicBezTo>
                      <a:pt x="34" y="105"/>
                      <a:pt x="34" y="104"/>
                      <a:pt x="34" y="104"/>
                    </a:cubicBezTo>
                    <a:cubicBezTo>
                      <a:pt x="34" y="104"/>
                      <a:pt x="34" y="91"/>
                      <a:pt x="34" y="75"/>
                    </a:cubicBezTo>
                    <a:cubicBezTo>
                      <a:pt x="66" y="75"/>
                      <a:pt x="66" y="75"/>
                      <a:pt x="66" y="75"/>
                    </a:cubicBezTo>
                    <a:cubicBezTo>
                      <a:pt x="57" y="89"/>
                      <a:pt x="41" y="90"/>
                      <a:pt x="40" y="9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41" y="108"/>
                      <a:pt x="41" y="108"/>
                      <a:pt x="41" y="108"/>
                    </a:cubicBezTo>
                    <a:cubicBezTo>
                      <a:pt x="95" y="108"/>
                      <a:pt x="95" y="108"/>
                      <a:pt x="95" y="108"/>
                    </a:cubicBezTo>
                    <a:cubicBezTo>
                      <a:pt x="95" y="124"/>
                      <a:pt x="95" y="124"/>
                      <a:pt x="95" y="124"/>
                    </a:cubicBezTo>
                    <a:cubicBezTo>
                      <a:pt x="41" y="124"/>
                      <a:pt x="41" y="124"/>
                      <a:pt x="41" y="124"/>
                    </a:cubicBezTo>
                    <a:cubicBezTo>
                      <a:pt x="41" y="141"/>
                      <a:pt x="41" y="141"/>
                      <a:pt x="41" y="141"/>
                    </a:cubicBezTo>
                    <a:cubicBezTo>
                      <a:pt x="95" y="141"/>
                      <a:pt x="95" y="141"/>
                      <a:pt x="95" y="141"/>
                    </a:cubicBezTo>
                    <a:cubicBezTo>
                      <a:pt x="95" y="157"/>
                      <a:pt x="95" y="157"/>
                      <a:pt x="95" y="157"/>
                    </a:cubicBezTo>
                    <a:cubicBezTo>
                      <a:pt x="28" y="157"/>
                      <a:pt x="28" y="157"/>
                      <a:pt x="28" y="157"/>
                    </a:cubicBezTo>
                    <a:cubicBezTo>
                      <a:pt x="28" y="174"/>
                      <a:pt x="28" y="174"/>
                      <a:pt x="28" y="174"/>
                    </a:cubicBezTo>
                    <a:cubicBezTo>
                      <a:pt x="178" y="174"/>
                      <a:pt x="178" y="174"/>
                      <a:pt x="178" y="174"/>
                    </a:cubicBezTo>
                    <a:cubicBezTo>
                      <a:pt x="178" y="157"/>
                      <a:pt x="178" y="157"/>
                      <a:pt x="178" y="157"/>
                    </a:cubicBezTo>
                    <a:lnTo>
                      <a:pt x="112" y="157"/>
                    </a:lnTo>
                    <a:close/>
                    <a:moveTo>
                      <a:pt x="34" y="17"/>
                    </a:moveTo>
                    <a:cubicBezTo>
                      <a:pt x="69" y="17"/>
                      <a:pt x="145" y="17"/>
                      <a:pt x="157" y="17"/>
                    </a:cubicBezTo>
                    <a:cubicBezTo>
                      <a:pt x="157" y="22"/>
                      <a:pt x="157" y="24"/>
                      <a:pt x="157" y="29"/>
                    </a:cubicBezTo>
                    <a:cubicBezTo>
                      <a:pt x="145" y="29"/>
                      <a:pt x="69" y="29"/>
                      <a:pt x="34" y="29"/>
                    </a:cubicBezTo>
                    <a:cubicBezTo>
                      <a:pt x="34" y="24"/>
                      <a:pt x="34" y="20"/>
                      <a:pt x="34" y="17"/>
                    </a:cubicBezTo>
                    <a:close/>
                    <a:moveTo>
                      <a:pt x="85" y="75"/>
                    </a:moveTo>
                    <a:cubicBezTo>
                      <a:pt x="122" y="75"/>
                      <a:pt x="122" y="75"/>
                      <a:pt x="122" y="75"/>
                    </a:cubicBezTo>
                    <a:cubicBezTo>
                      <a:pt x="124" y="81"/>
                      <a:pt x="128" y="86"/>
                      <a:pt x="131" y="90"/>
                    </a:cubicBezTo>
                    <a:cubicBezTo>
                      <a:pt x="114" y="90"/>
                      <a:pt x="93" y="90"/>
                      <a:pt x="76" y="90"/>
                    </a:cubicBezTo>
                    <a:cubicBezTo>
                      <a:pt x="80" y="86"/>
                      <a:pt x="83" y="81"/>
                      <a:pt x="85" y="7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Freeform 540">
                <a:extLst>
                  <a:ext uri="{FF2B5EF4-FFF2-40B4-BE49-F238E27FC236}">
                    <a16:creationId xmlns:a16="http://schemas.microsoft.com/office/drawing/2014/main" id="{5D9413A5-85B5-3520-9C37-051A3A7A5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6" y="2079"/>
                <a:ext cx="148" cy="272"/>
              </a:xfrm>
              <a:custGeom>
                <a:avLst/>
                <a:gdLst>
                  <a:gd name="T0" fmla="*/ 4160 w 74"/>
                  <a:gd name="T1" fmla="*/ 0 h 136"/>
                  <a:gd name="T2" fmla="*/ 64 w 74"/>
                  <a:gd name="T3" fmla="*/ 0 h 136"/>
                  <a:gd name="T4" fmla="*/ 64 w 74"/>
                  <a:gd name="T5" fmla="*/ 1152 h 136"/>
                  <a:gd name="T6" fmla="*/ 3584 w 74"/>
                  <a:gd name="T7" fmla="*/ 1152 h 136"/>
                  <a:gd name="T8" fmla="*/ 3008 w 74"/>
                  <a:gd name="T9" fmla="*/ 3584 h 136"/>
                  <a:gd name="T10" fmla="*/ 1664 w 74"/>
                  <a:gd name="T11" fmla="*/ 5952 h 136"/>
                  <a:gd name="T12" fmla="*/ 0 w 74"/>
                  <a:gd name="T13" fmla="*/ 7424 h 136"/>
                  <a:gd name="T14" fmla="*/ 0 w 74"/>
                  <a:gd name="T15" fmla="*/ 8704 h 136"/>
                  <a:gd name="T16" fmla="*/ 2560 w 74"/>
                  <a:gd name="T17" fmla="*/ 6656 h 136"/>
                  <a:gd name="T18" fmla="*/ 4096 w 74"/>
                  <a:gd name="T19" fmla="*/ 3904 h 136"/>
                  <a:gd name="T20" fmla="*/ 4736 w 74"/>
                  <a:gd name="T21" fmla="*/ 576 h 136"/>
                  <a:gd name="T22" fmla="*/ 4736 w 74"/>
                  <a:gd name="T23" fmla="*/ 0 h 136"/>
                  <a:gd name="T24" fmla="*/ 4160 w 74"/>
                  <a:gd name="T25" fmla="*/ 0 h 1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74" h="136">
                    <a:moveTo>
                      <a:pt x="65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8"/>
                      <a:pt x="43" y="18"/>
                      <a:pt x="56" y="18"/>
                    </a:cubicBezTo>
                    <a:cubicBezTo>
                      <a:pt x="55" y="26"/>
                      <a:pt x="53" y="40"/>
                      <a:pt x="47" y="56"/>
                    </a:cubicBezTo>
                    <a:cubicBezTo>
                      <a:pt x="42" y="70"/>
                      <a:pt x="35" y="83"/>
                      <a:pt x="26" y="93"/>
                    </a:cubicBezTo>
                    <a:cubicBezTo>
                      <a:pt x="19" y="102"/>
                      <a:pt x="10" y="110"/>
                      <a:pt x="0" y="11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16" y="128"/>
                      <a:pt x="29" y="118"/>
                      <a:pt x="40" y="104"/>
                    </a:cubicBezTo>
                    <a:cubicBezTo>
                      <a:pt x="50" y="92"/>
                      <a:pt x="58" y="78"/>
                      <a:pt x="64" y="61"/>
                    </a:cubicBezTo>
                    <a:cubicBezTo>
                      <a:pt x="74" y="34"/>
                      <a:pt x="74" y="10"/>
                      <a:pt x="74" y="9"/>
                    </a:cubicBezTo>
                    <a:cubicBezTo>
                      <a:pt x="74" y="0"/>
                      <a:pt x="74" y="0"/>
                      <a:pt x="74" y="0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Freeform 541">
                <a:extLst>
                  <a:ext uri="{FF2B5EF4-FFF2-40B4-BE49-F238E27FC236}">
                    <a16:creationId xmlns:a16="http://schemas.microsoft.com/office/drawing/2014/main" id="{E536ACC8-7B38-200D-2354-C3FE396D3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8" y="2079"/>
                <a:ext cx="138" cy="274"/>
              </a:xfrm>
              <a:custGeom>
                <a:avLst/>
                <a:gdLst>
                  <a:gd name="T0" fmla="*/ 3072 w 69"/>
                  <a:gd name="T1" fmla="*/ 6144 h 137"/>
                  <a:gd name="T2" fmla="*/ 1664 w 69"/>
                  <a:gd name="T3" fmla="*/ 3648 h 137"/>
                  <a:gd name="T4" fmla="*/ 1152 w 69"/>
                  <a:gd name="T5" fmla="*/ 1152 h 137"/>
                  <a:gd name="T6" fmla="*/ 4416 w 69"/>
                  <a:gd name="T7" fmla="*/ 1152 h 137"/>
                  <a:gd name="T8" fmla="*/ 4416 w 69"/>
                  <a:gd name="T9" fmla="*/ 0 h 137"/>
                  <a:gd name="T10" fmla="*/ 512 w 69"/>
                  <a:gd name="T11" fmla="*/ 0 h 137"/>
                  <a:gd name="T12" fmla="*/ 0 w 69"/>
                  <a:gd name="T13" fmla="*/ 0 h 137"/>
                  <a:gd name="T14" fmla="*/ 0 w 69"/>
                  <a:gd name="T15" fmla="*/ 576 h 137"/>
                  <a:gd name="T16" fmla="*/ 640 w 69"/>
                  <a:gd name="T17" fmla="*/ 3968 h 137"/>
                  <a:gd name="T18" fmla="*/ 2176 w 69"/>
                  <a:gd name="T19" fmla="*/ 6848 h 137"/>
                  <a:gd name="T20" fmla="*/ 4416 w 69"/>
                  <a:gd name="T21" fmla="*/ 8768 h 137"/>
                  <a:gd name="T22" fmla="*/ 4416 w 69"/>
                  <a:gd name="T23" fmla="*/ 7424 h 137"/>
                  <a:gd name="T24" fmla="*/ 3072 w 69"/>
                  <a:gd name="T25" fmla="*/ 6144 h 13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9" h="137">
                    <a:moveTo>
                      <a:pt x="48" y="96"/>
                    </a:moveTo>
                    <a:cubicBezTo>
                      <a:pt x="39" y="85"/>
                      <a:pt x="32" y="72"/>
                      <a:pt x="26" y="57"/>
                    </a:cubicBezTo>
                    <a:cubicBezTo>
                      <a:pt x="21" y="41"/>
                      <a:pt x="19" y="27"/>
                      <a:pt x="18" y="18"/>
                    </a:cubicBezTo>
                    <a:cubicBezTo>
                      <a:pt x="31" y="18"/>
                      <a:pt x="69" y="18"/>
                      <a:pt x="69" y="18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34"/>
                      <a:pt x="10" y="62"/>
                    </a:cubicBezTo>
                    <a:cubicBezTo>
                      <a:pt x="16" y="79"/>
                      <a:pt x="24" y="94"/>
                      <a:pt x="34" y="107"/>
                    </a:cubicBezTo>
                    <a:cubicBezTo>
                      <a:pt x="44" y="119"/>
                      <a:pt x="55" y="129"/>
                      <a:pt x="69" y="137"/>
                    </a:cubicBezTo>
                    <a:cubicBezTo>
                      <a:pt x="69" y="116"/>
                      <a:pt x="69" y="116"/>
                      <a:pt x="69" y="116"/>
                    </a:cubicBezTo>
                    <a:cubicBezTo>
                      <a:pt x="61" y="111"/>
                      <a:pt x="54" y="104"/>
                      <a:pt x="48" y="9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Freeform 542">
                <a:extLst>
                  <a:ext uri="{FF2B5EF4-FFF2-40B4-BE49-F238E27FC236}">
                    <a16:creationId xmlns:a16="http://schemas.microsoft.com/office/drawing/2014/main" id="{8B586918-A87F-7657-87B1-C1534B08F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2005"/>
                <a:ext cx="142" cy="370"/>
              </a:xfrm>
              <a:custGeom>
                <a:avLst/>
                <a:gdLst>
                  <a:gd name="T0" fmla="*/ 4032 w 71"/>
                  <a:gd name="T1" fmla="*/ 3968 h 185"/>
                  <a:gd name="T2" fmla="*/ 2240 w 71"/>
                  <a:gd name="T3" fmla="*/ 3968 h 185"/>
                  <a:gd name="T4" fmla="*/ 2240 w 71"/>
                  <a:gd name="T5" fmla="*/ 2432 h 185"/>
                  <a:gd name="T6" fmla="*/ 4544 w 71"/>
                  <a:gd name="T7" fmla="*/ 2432 h 185"/>
                  <a:gd name="T8" fmla="*/ 4544 w 71"/>
                  <a:gd name="T9" fmla="*/ 1344 h 185"/>
                  <a:gd name="T10" fmla="*/ 3008 w 71"/>
                  <a:gd name="T11" fmla="*/ 1344 h 185"/>
                  <a:gd name="T12" fmla="*/ 3008 w 71"/>
                  <a:gd name="T13" fmla="*/ 0 h 185"/>
                  <a:gd name="T14" fmla="*/ 1920 w 71"/>
                  <a:gd name="T15" fmla="*/ 0 h 185"/>
                  <a:gd name="T16" fmla="*/ 1920 w 71"/>
                  <a:gd name="T17" fmla="*/ 1344 h 185"/>
                  <a:gd name="T18" fmla="*/ 0 w 71"/>
                  <a:gd name="T19" fmla="*/ 1344 h 185"/>
                  <a:gd name="T20" fmla="*/ 0 w 71"/>
                  <a:gd name="T21" fmla="*/ 2432 h 185"/>
                  <a:gd name="T22" fmla="*/ 1088 w 71"/>
                  <a:gd name="T23" fmla="*/ 2432 h 185"/>
                  <a:gd name="T24" fmla="*/ 1088 w 71"/>
                  <a:gd name="T25" fmla="*/ 7744 h 185"/>
                  <a:gd name="T26" fmla="*/ 832 w 71"/>
                  <a:gd name="T27" fmla="*/ 9280 h 185"/>
                  <a:gd name="T28" fmla="*/ 0 w 71"/>
                  <a:gd name="T29" fmla="*/ 10496 h 185"/>
                  <a:gd name="T30" fmla="*/ 0 w 71"/>
                  <a:gd name="T31" fmla="*/ 11840 h 185"/>
                  <a:gd name="T32" fmla="*/ 2240 w 71"/>
                  <a:gd name="T33" fmla="*/ 7744 h 185"/>
                  <a:gd name="T34" fmla="*/ 2240 w 71"/>
                  <a:gd name="T35" fmla="*/ 5120 h 185"/>
                  <a:gd name="T36" fmla="*/ 3456 w 71"/>
                  <a:gd name="T37" fmla="*/ 5120 h 185"/>
                  <a:gd name="T38" fmla="*/ 3456 w 71"/>
                  <a:gd name="T39" fmla="*/ 10176 h 185"/>
                  <a:gd name="T40" fmla="*/ 3008 w 71"/>
                  <a:gd name="T41" fmla="*/ 10624 h 185"/>
                  <a:gd name="T42" fmla="*/ 2432 w 71"/>
                  <a:gd name="T43" fmla="*/ 10624 h 185"/>
                  <a:gd name="T44" fmla="*/ 2432 w 71"/>
                  <a:gd name="T45" fmla="*/ 11712 h 185"/>
                  <a:gd name="T46" fmla="*/ 3008 w 71"/>
                  <a:gd name="T47" fmla="*/ 11712 h 185"/>
                  <a:gd name="T48" fmla="*/ 4544 w 71"/>
                  <a:gd name="T49" fmla="*/ 10176 h 185"/>
                  <a:gd name="T50" fmla="*/ 4544 w 71"/>
                  <a:gd name="T51" fmla="*/ 3968 h 185"/>
                  <a:gd name="T52" fmla="*/ 4032 w 71"/>
                  <a:gd name="T53" fmla="*/ 3968 h 18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71" h="185">
                    <a:moveTo>
                      <a:pt x="63" y="62"/>
                    </a:moveTo>
                    <a:cubicBezTo>
                      <a:pt x="35" y="62"/>
                      <a:pt x="35" y="62"/>
                      <a:pt x="35" y="62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71" y="38"/>
                      <a:pt x="71" y="38"/>
                      <a:pt x="71" y="38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26"/>
                      <a:pt x="17" y="136"/>
                      <a:pt x="13" y="145"/>
                    </a:cubicBezTo>
                    <a:cubicBezTo>
                      <a:pt x="10" y="153"/>
                      <a:pt x="6" y="160"/>
                      <a:pt x="0" y="164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2" y="170"/>
                      <a:pt x="35" y="133"/>
                      <a:pt x="35" y="121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41" y="80"/>
                      <a:pt x="48" y="80"/>
                      <a:pt x="54" y="80"/>
                    </a:cubicBezTo>
                    <a:cubicBezTo>
                      <a:pt x="54" y="94"/>
                      <a:pt x="54" y="159"/>
                      <a:pt x="54" y="159"/>
                    </a:cubicBezTo>
                    <a:cubicBezTo>
                      <a:pt x="54" y="163"/>
                      <a:pt x="51" y="166"/>
                      <a:pt x="47" y="166"/>
                    </a:cubicBezTo>
                    <a:cubicBezTo>
                      <a:pt x="38" y="166"/>
                      <a:pt x="38" y="166"/>
                      <a:pt x="38" y="166"/>
                    </a:cubicBezTo>
                    <a:cubicBezTo>
                      <a:pt x="38" y="183"/>
                      <a:pt x="38" y="183"/>
                      <a:pt x="38" y="183"/>
                    </a:cubicBezTo>
                    <a:cubicBezTo>
                      <a:pt x="47" y="183"/>
                      <a:pt x="47" y="183"/>
                      <a:pt x="47" y="183"/>
                    </a:cubicBezTo>
                    <a:cubicBezTo>
                      <a:pt x="60" y="183"/>
                      <a:pt x="71" y="173"/>
                      <a:pt x="71" y="159"/>
                    </a:cubicBezTo>
                    <a:cubicBezTo>
                      <a:pt x="71" y="62"/>
                      <a:pt x="71" y="62"/>
                      <a:pt x="71" y="62"/>
                    </a:cubicBezTo>
                    <a:lnTo>
                      <a:pt x="63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Freeform 543">
                <a:extLst>
                  <a:ext uri="{FF2B5EF4-FFF2-40B4-BE49-F238E27FC236}">
                    <a16:creationId xmlns:a16="http://schemas.microsoft.com/office/drawing/2014/main" id="{5703C30A-FBA9-01F7-75A7-6EC8F504A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2005"/>
                <a:ext cx="200" cy="118"/>
              </a:xfrm>
              <a:custGeom>
                <a:avLst/>
                <a:gdLst>
                  <a:gd name="T0" fmla="*/ 6400 w 100"/>
                  <a:gd name="T1" fmla="*/ 1344 h 59"/>
                  <a:gd name="T2" fmla="*/ 2496 w 100"/>
                  <a:gd name="T3" fmla="*/ 1344 h 59"/>
                  <a:gd name="T4" fmla="*/ 3008 w 100"/>
                  <a:gd name="T5" fmla="*/ 0 h 59"/>
                  <a:gd name="T6" fmla="*/ 1792 w 100"/>
                  <a:gd name="T7" fmla="*/ 0 h 59"/>
                  <a:gd name="T8" fmla="*/ 1408 w 100"/>
                  <a:gd name="T9" fmla="*/ 896 h 59"/>
                  <a:gd name="T10" fmla="*/ 0 w 100"/>
                  <a:gd name="T11" fmla="*/ 2496 h 59"/>
                  <a:gd name="T12" fmla="*/ 0 w 100"/>
                  <a:gd name="T13" fmla="*/ 3776 h 59"/>
                  <a:gd name="T14" fmla="*/ 1728 w 100"/>
                  <a:gd name="T15" fmla="*/ 2432 h 59"/>
                  <a:gd name="T16" fmla="*/ 6400 w 100"/>
                  <a:gd name="T17" fmla="*/ 2432 h 59"/>
                  <a:gd name="T18" fmla="*/ 6400 w 100"/>
                  <a:gd name="T19" fmla="*/ 1344 h 5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0" h="59">
                    <a:moveTo>
                      <a:pt x="100" y="21"/>
                    </a:moveTo>
                    <a:cubicBezTo>
                      <a:pt x="39" y="21"/>
                      <a:pt x="39" y="21"/>
                      <a:pt x="39" y="21"/>
                    </a:cubicBezTo>
                    <a:cubicBezTo>
                      <a:pt x="43" y="12"/>
                      <a:pt x="45" y="5"/>
                      <a:pt x="47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7" y="4"/>
                      <a:pt x="25" y="9"/>
                      <a:pt x="22" y="14"/>
                    </a:cubicBezTo>
                    <a:cubicBezTo>
                      <a:pt x="17" y="25"/>
                      <a:pt x="9" y="33"/>
                      <a:pt x="0" y="3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1" y="53"/>
                      <a:pt x="20" y="46"/>
                      <a:pt x="27" y="38"/>
                    </a:cubicBezTo>
                    <a:cubicBezTo>
                      <a:pt x="100" y="38"/>
                      <a:pt x="100" y="38"/>
                      <a:pt x="100" y="38"/>
                    </a:cubicBezTo>
                    <a:lnTo>
                      <a:pt x="10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Freeform 544">
                <a:extLst>
                  <a:ext uri="{FF2B5EF4-FFF2-40B4-BE49-F238E27FC236}">
                    <a16:creationId xmlns:a16="http://schemas.microsoft.com/office/drawing/2014/main" id="{B7301F85-42F4-E678-8419-76632EC54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2095"/>
                <a:ext cx="200" cy="276"/>
              </a:xfrm>
              <a:custGeom>
                <a:avLst/>
                <a:gdLst>
                  <a:gd name="T0" fmla="*/ 6400 w 100"/>
                  <a:gd name="T1" fmla="*/ 3456 h 138"/>
                  <a:gd name="T2" fmla="*/ 3712 w 100"/>
                  <a:gd name="T3" fmla="*/ 3456 h 138"/>
                  <a:gd name="T4" fmla="*/ 3712 w 100"/>
                  <a:gd name="T5" fmla="*/ 2176 h 138"/>
                  <a:gd name="T6" fmla="*/ 6144 w 100"/>
                  <a:gd name="T7" fmla="*/ 2176 h 138"/>
                  <a:gd name="T8" fmla="*/ 6144 w 100"/>
                  <a:gd name="T9" fmla="*/ 1088 h 138"/>
                  <a:gd name="T10" fmla="*/ 2432 w 100"/>
                  <a:gd name="T11" fmla="*/ 1088 h 138"/>
                  <a:gd name="T12" fmla="*/ 2880 w 100"/>
                  <a:gd name="T13" fmla="*/ 0 h 138"/>
                  <a:gd name="T14" fmla="*/ 1728 w 100"/>
                  <a:gd name="T15" fmla="*/ 0 h 138"/>
                  <a:gd name="T16" fmla="*/ 0 w 100"/>
                  <a:gd name="T17" fmla="*/ 2112 h 138"/>
                  <a:gd name="T18" fmla="*/ 0 w 100"/>
                  <a:gd name="T19" fmla="*/ 3328 h 138"/>
                  <a:gd name="T20" fmla="*/ 1664 w 100"/>
                  <a:gd name="T21" fmla="*/ 2176 h 138"/>
                  <a:gd name="T22" fmla="*/ 2624 w 100"/>
                  <a:gd name="T23" fmla="*/ 2176 h 138"/>
                  <a:gd name="T24" fmla="*/ 2624 w 100"/>
                  <a:gd name="T25" fmla="*/ 3456 h 138"/>
                  <a:gd name="T26" fmla="*/ 0 w 100"/>
                  <a:gd name="T27" fmla="*/ 3456 h 138"/>
                  <a:gd name="T28" fmla="*/ 0 w 100"/>
                  <a:gd name="T29" fmla="*/ 4544 h 138"/>
                  <a:gd name="T30" fmla="*/ 2624 w 100"/>
                  <a:gd name="T31" fmla="*/ 4544 h 138"/>
                  <a:gd name="T32" fmla="*/ 0 w 100"/>
                  <a:gd name="T33" fmla="*/ 7744 h 138"/>
                  <a:gd name="T34" fmla="*/ 0 w 100"/>
                  <a:gd name="T35" fmla="*/ 8832 h 138"/>
                  <a:gd name="T36" fmla="*/ 3264 w 100"/>
                  <a:gd name="T37" fmla="*/ 6208 h 138"/>
                  <a:gd name="T38" fmla="*/ 6400 w 100"/>
                  <a:gd name="T39" fmla="*/ 8832 h 138"/>
                  <a:gd name="T40" fmla="*/ 6400 w 100"/>
                  <a:gd name="T41" fmla="*/ 7680 h 138"/>
                  <a:gd name="T42" fmla="*/ 4160 w 100"/>
                  <a:gd name="T43" fmla="*/ 5504 h 138"/>
                  <a:gd name="T44" fmla="*/ 3840 w 100"/>
                  <a:gd name="T45" fmla="*/ 4544 h 138"/>
                  <a:gd name="T46" fmla="*/ 6400 w 100"/>
                  <a:gd name="T47" fmla="*/ 4544 h 138"/>
                  <a:gd name="T48" fmla="*/ 6400 w 100"/>
                  <a:gd name="T49" fmla="*/ 3456 h 13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0" h="138">
                    <a:moveTo>
                      <a:pt x="100" y="54"/>
                    </a:move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96" y="34"/>
                      <a:pt x="96" y="34"/>
                      <a:pt x="96" y="34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43" y="8"/>
                      <a:pt x="45" y="1"/>
                      <a:pt x="45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9"/>
                      <a:pt x="15" y="25"/>
                      <a:pt x="0" y="3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11" y="48"/>
                      <a:pt x="20" y="41"/>
                      <a:pt x="26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54"/>
                      <a:pt x="41" y="54"/>
                      <a:pt x="41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39" y="95"/>
                      <a:pt x="22" y="114"/>
                      <a:pt x="0" y="121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23" y="134"/>
                      <a:pt x="42" y="118"/>
                      <a:pt x="51" y="97"/>
                    </a:cubicBezTo>
                    <a:cubicBezTo>
                      <a:pt x="59" y="112"/>
                      <a:pt x="73" y="129"/>
                      <a:pt x="100" y="138"/>
                    </a:cubicBezTo>
                    <a:cubicBezTo>
                      <a:pt x="100" y="120"/>
                      <a:pt x="100" y="120"/>
                      <a:pt x="100" y="120"/>
                    </a:cubicBezTo>
                    <a:cubicBezTo>
                      <a:pt x="84" y="113"/>
                      <a:pt x="72" y="101"/>
                      <a:pt x="65" y="86"/>
                    </a:cubicBezTo>
                    <a:cubicBezTo>
                      <a:pt x="63" y="80"/>
                      <a:pt x="61" y="75"/>
                      <a:pt x="60" y="71"/>
                    </a:cubicBezTo>
                    <a:cubicBezTo>
                      <a:pt x="100" y="71"/>
                      <a:pt x="100" y="71"/>
                      <a:pt x="100" y="71"/>
                    </a:cubicBezTo>
                    <a:lnTo>
                      <a:pt x="100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Freeform 545">
                <a:extLst>
                  <a:ext uri="{FF2B5EF4-FFF2-40B4-BE49-F238E27FC236}">
                    <a16:creationId xmlns:a16="http://schemas.microsoft.com/office/drawing/2014/main" id="{59994001-D291-4659-3AF9-13364D7C0E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2" y="2005"/>
                <a:ext cx="158" cy="366"/>
              </a:xfrm>
              <a:custGeom>
                <a:avLst/>
                <a:gdLst>
                  <a:gd name="T0" fmla="*/ 2880 w 79"/>
                  <a:gd name="T1" fmla="*/ 1216 h 183"/>
                  <a:gd name="T2" fmla="*/ 5056 w 79"/>
                  <a:gd name="T3" fmla="*/ 3264 h 183"/>
                  <a:gd name="T4" fmla="*/ 5056 w 79"/>
                  <a:gd name="T5" fmla="*/ 1920 h 183"/>
                  <a:gd name="T6" fmla="*/ 3456 w 79"/>
                  <a:gd name="T7" fmla="*/ 0 h 183"/>
                  <a:gd name="T8" fmla="*/ 2304 w 79"/>
                  <a:gd name="T9" fmla="*/ 0 h 183"/>
                  <a:gd name="T10" fmla="*/ 0 w 79"/>
                  <a:gd name="T11" fmla="*/ 2752 h 183"/>
                  <a:gd name="T12" fmla="*/ 0 w 79"/>
                  <a:gd name="T13" fmla="*/ 4096 h 183"/>
                  <a:gd name="T14" fmla="*/ 704 w 79"/>
                  <a:gd name="T15" fmla="*/ 3584 h 183"/>
                  <a:gd name="T16" fmla="*/ 704 w 79"/>
                  <a:gd name="T17" fmla="*/ 11712 h 183"/>
                  <a:gd name="T18" fmla="*/ 3520 w 79"/>
                  <a:gd name="T19" fmla="*/ 11712 h 183"/>
                  <a:gd name="T20" fmla="*/ 5056 w 79"/>
                  <a:gd name="T21" fmla="*/ 10176 h 183"/>
                  <a:gd name="T22" fmla="*/ 5056 w 79"/>
                  <a:gd name="T23" fmla="*/ 9024 h 183"/>
                  <a:gd name="T24" fmla="*/ 3904 w 79"/>
                  <a:gd name="T25" fmla="*/ 9024 h 183"/>
                  <a:gd name="T26" fmla="*/ 3904 w 79"/>
                  <a:gd name="T27" fmla="*/ 10176 h 183"/>
                  <a:gd name="T28" fmla="*/ 3520 w 79"/>
                  <a:gd name="T29" fmla="*/ 10624 h 183"/>
                  <a:gd name="T30" fmla="*/ 1856 w 79"/>
                  <a:gd name="T31" fmla="*/ 10624 h 183"/>
                  <a:gd name="T32" fmla="*/ 1856 w 79"/>
                  <a:gd name="T33" fmla="*/ 8256 h 183"/>
                  <a:gd name="T34" fmla="*/ 5056 w 79"/>
                  <a:gd name="T35" fmla="*/ 8256 h 183"/>
                  <a:gd name="T36" fmla="*/ 5056 w 79"/>
                  <a:gd name="T37" fmla="*/ 3456 h 183"/>
                  <a:gd name="T38" fmla="*/ 4480 w 79"/>
                  <a:gd name="T39" fmla="*/ 3456 h 183"/>
                  <a:gd name="T40" fmla="*/ 3456 w 79"/>
                  <a:gd name="T41" fmla="*/ 3456 h 183"/>
                  <a:gd name="T42" fmla="*/ 3456 w 79"/>
                  <a:gd name="T43" fmla="*/ 2368 h 183"/>
                  <a:gd name="T44" fmla="*/ 2368 w 79"/>
                  <a:gd name="T45" fmla="*/ 2368 h 183"/>
                  <a:gd name="T46" fmla="*/ 2368 w 79"/>
                  <a:gd name="T47" fmla="*/ 3456 h 183"/>
                  <a:gd name="T48" fmla="*/ 896 w 79"/>
                  <a:gd name="T49" fmla="*/ 3456 h 183"/>
                  <a:gd name="T50" fmla="*/ 2880 w 79"/>
                  <a:gd name="T51" fmla="*/ 1216 h 183"/>
                  <a:gd name="T52" fmla="*/ 1856 w 79"/>
                  <a:gd name="T53" fmla="*/ 7168 h 183"/>
                  <a:gd name="T54" fmla="*/ 1856 w 79"/>
                  <a:gd name="T55" fmla="*/ 6400 h 183"/>
                  <a:gd name="T56" fmla="*/ 3904 w 79"/>
                  <a:gd name="T57" fmla="*/ 6400 h 183"/>
                  <a:gd name="T58" fmla="*/ 3904 w 79"/>
                  <a:gd name="T59" fmla="*/ 7168 h 183"/>
                  <a:gd name="T60" fmla="*/ 1856 w 79"/>
                  <a:gd name="T61" fmla="*/ 7168 h 183"/>
                  <a:gd name="T62" fmla="*/ 3904 w 79"/>
                  <a:gd name="T63" fmla="*/ 4544 h 183"/>
                  <a:gd name="T64" fmla="*/ 3904 w 79"/>
                  <a:gd name="T65" fmla="*/ 5312 h 183"/>
                  <a:gd name="T66" fmla="*/ 1856 w 79"/>
                  <a:gd name="T67" fmla="*/ 5312 h 183"/>
                  <a:gd name="T68" fmla="*/ 1856 w 79"/>
                  <a:gd name="T69" fmla="*/ 4544 h 183"/>
                  <a:gd name="T70" fmla="*/ 3904 w 79"/>
                  <a:gd name="T71" fmla="*/ 4544 h 18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9" h="183">
                    <a:moveTo>
                      <a:pt x="45" y="19"/>
                    </a:moveTo>
                    <a:cubicBezTo>
                      <a:pt x="52" y="29"/>
                      <a:pt x="63" y="41"/>
                      <a:pt x="79" y="51"/>
                    </a:cubicBezTo>
                    <a:cubicBezTo>
                      <a:pt x="79" y="30"/>
                      <a:pt x="79" y="30"/>
                      <a:pt x="79" y="30"/>
                    </a:cubicBezTo>
                    <a:cubicBezTo>
                      <a:pt x="64" y="18"/>
                      <a:pt x="57" y="6"/>
                      <a:pt x="5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6" y="21"/>
                      <a:pt x="11" y="35"/>
                      <a:pt x="0" y="4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3" y="62"/>
                      <a:pt x="7" y="59"/>
                      <a:pt x="11" y="56"/>
                    </a:cubicBezTo>
                    <a:cubicBezTo>
                      <a:pt x="11" y="183"/>
                      <a:pt x="11" y="183"/>
                      <a:pt x="11" y="183"/>
                    </a:cubicBezTo>
                    <a:cubicBezTo>
                      <a:pt x="55" y="183"/>
                      <a:pt x="55" y="183"/>
                      <a:pt x="55" y="183"/>
                    </a:cubicBezTo>
                    <a:cubicBezTo>
                      <a:pt x="68" y="183"/>
                      <a:pt x="79" y="173"/>
                      <a:pt x="79" y="159"/>
                    </a:cubicBezTo>
                    <a:cubicBezTo>
                      <a:pt x="79" y="141"/>
                      <a:pt x="79" y="141"/>
                      <a:pt x="79" y="141"/>
                    </a:cubicBezTo>
                    <a:cubicBezTo>
                      <a:pt x="61" y="141"/>
                      <a:pt x="61" y="141"/>
                      <a:pt x="61" y="141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1" y="163"/>
                      <a:pt x="58" y="166"/>
                      <a:pt x="55" y="166"/>
                    </a:cubicBezTo>
                    <a:cubicBezTo>
                      <a:pt x="55" y="166"/>
                      <a:pt x="38" y="166"/>
                      <a:pt x="29" y="166"/>
                    </a:cubicBezTo>
                    <a:cubicBezTo>
                      <a:pt x="29" y="161"/>
                      <a:pt x="29" y="147"/>
                      <a:pt x="29" y="129"/>
                    </a:cubicBezTo>
                    <a:cubicBezTo>
                      <a:pt x="41" y="129"/>
                      <a:pt x="79" y="129"/>
                      <a:pt x="79" y="129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24" y="46"/>
                      <a:pt x="36" y="35"/>
                      <a:pt x="45" y="19"/>
                    </a:cubicBezTo>
                    <a:close/>
                    <a:moveTo>
                      <a:pt x="29" y="112"/>
                    </a:moveTo>
                    <a:cubicBezTo>
                      <a:pt x="29" y="108"/>
                      <a:pt x="29" y="104"/>
                      <a:pt x="29" y="100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1" y="105"/>
                      <a:pt x="61" y="109"/>
                      <a:pt x="61" y="112"/>
                    </a:cubicBezTo>
                    <a:cubicBezTo>
                      <a:pt x="52" y="112"/>
                      <a:pt x="38" y="112"/>
                      <a:pt x="29" y="112"/>
                    </a:cubicBezTo>
                    <a:close/>
                    <a:moveTo>
                      <a:pt x="61" y="71"/>
                    </a:moveTo>
                    <a:cubicBezTo>
                      <a:pt x="61" y="75"/>
                      <a:pt x="61" y="79"/>
                      <a:pt x="61" y="83"/>
                    </a:cubicBezTo>
                    <a:cubicBezTo>
                      <a:pt x="29" y="83"/>
                      <a:pt x="29" y="83"/>
                      <a:pt x="29" y="83"/>
                    </a:cubicBezTo>
                    <a:cubicBezTo>
                      <a:pt x="29" y="78"/>
                      <a:pt x="29" y="74"/>
                      <a:pt x="29" y="71"/>
                    </a:cubicBezTo>
                    <a:cubicBezTo>
                      <a:pt x="38" y="71"/>
                      <a:pt x="52" y="71"/>
                      <a:pt x="61" y="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Freeform 546">
                <a:extLst>
                  <a:ext uri="{FF2B5EF4-FFF2-40B4-BE49-F238E27FC236}">
                    <a16:creationId xmlns:a16="http://schemas.microsoft.com/office/drawing/2014/main" id="{9559BF3B-6734-3957-A753-902D92E14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025"/>
                <a:ext cx="74" cy="80"/>
              </a:xfrm>
              <a:custGeom>
                <a:avLst/>
                <a:gdLst>
                  <a:gd name="T0" fmla="*/ 2368 w 37"/>
                  <a:gd name="T1" fmla="*/ 1152 h 40"/>
                  <a:gd name="T2" fmla="*/ 0 w 37"/>
                  <a:gd name="T3" fmla="*/ 0 h 40"/>
                  <a:gd name="T4" fmla="*/ 0 w 37"/>
                  <a:gd name="T5" fmla="*/ 1152 h 40"/>
                  <a:gd name="T6" fmla="*/ 2368 w 37"/>
                  <a:gd name="T7" fmla="*/ 2560 h 40"/>
                  <a:gd name="T8" fmla="*/ 2368 w 37"/>
                  <a:gd name="T9" fmla="*/ 1152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0">
                    <a:moveTo>
                      <a:pt x="37" y="18"/>
                    </a:moveTo>
                    <a:cubicBezTo>
                      <a:pt x="21" y="8"/>
                      <a:pt x="7" y="2"/>
                      <a:pt x="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8" y="22"/>
                      <a:pt x="23" y="28"/>
                      <a:pt x="37" y="40"/>
                    </a:cubicBezTo>
                    <a:lnTo>
                      <a:pt x="37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Freeform 547">
                <a:extLst>
                  <a:ext uri="{FF2B5EF4-FFF2-40B4-BE49-F238E27FC236}">
                    <a16:creationId xmlns:a16="http://schemas.microsoft.com/office/drawing/2014/main" id="{ADA9474F-1BDD-3708-8664-0A4D3C887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107"/>
                <a:ext cx="74" cy="74"/>
              </a:xfrm>
              <a:custGeom>
                <a:avLst/>
                <a:gdLst>
                  <a:gd name="T0" fmla="*/ 2368 w 37"/>
                  <a:gd name="T1" fmla="*/ 1088 h 37"/>
                  <a:gd name="T2" fmla="*/ 0 w 37"/>
                  <a:gd name="T3" fmla="*/ 0 h 37"/>
                  <a:gd name="T4" fmla="*/ 0 w 37"/>
                  <a:gd name="T5" fmla="*/ 1152 h 37"/>
                  <a:gd name="T6" fmla="*/ 2368 w 37"/>
                  <a:gd name="T7" fmla="*/ 2368 h 37"/>
                  <a:gd name="T8" fmla="*/ 2368 w 37"/>
                  <a:gd name="T9" fmla="*/ 1088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7">
                    <a:moveTo>
                      <a:pt x="37" y="17"/>
                    </a:moveTo>
                    <a:cubicBezTo>
                      <a:pt x="20" y="7"/>
                      <a:pt x="7" y="2"/>
                      <a:pt x="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8" y="21"/>
                      <a:pt x="20" y="26"/>
                      <a:pt x="37" y="37"/>
                    </a:cubicBezTo>
                    <a:lnTo>
                      <a:pt x="37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" name="Freeform 548">
                <a:extLst>
                  <a:ext uri="{FF2B5EF4-FFF2-40B4-BE49-F238E27FC236}">
                    <a16:creationId xmlns:a16="http://schemas.microsoft.com/office/drawing/2014/main" id="{9C71AF83-7A0C-C7DF-D9E7-A0AB89249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189"/>
                <a:ext cx="74" cy="182"/>
              </a:xfrm>
              <a:custGeom>
                <a:avLst/>
                <a:gdLst>
                  <a:gd name="T0" fmla="*/ 0 w 74"/>
                  <a:gd name="T1" fmla="*/ 118 h 182"/>
                  <a:gd name="T2" fmla="*/ 0 w 74"/>
                  <a:gd name="T3" fmla="*/ 182 h 182"/>
                  <a:gd name="T4" fmla="*/ 74 w 74"/>
                  <a:gd name="T5" fmla="*/ 64 h 182"/>
                  <a:gd name="T6" fmla="*/ 74 w 74"/>
                  <a:gd name="T7" fmla="*/ 0 h 182"/>
                  <a:gd name="T8" fmla="*/ 0 w 74"/>
                  <a:gd name="T9" fmla="*/ 118 h 1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4" h="182">
                    <a:moveTo>
                      <a:pt x="0" y="118"/>
                    </a:moveTo>
                    <a:lnTo>
                      <a:pt x="0" y="182"/>
                    </a:lnTo>
                    <a:lnTo>
                      <a:pt x="74" y="64"/>
                    </a:lnTo>
                    <a:lnTo>
                      <a:pt x="74" y="0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Freeform 549">
                <a:extLst>
                  <a:ext uri="{FF2B5EF4-FFF2-40B4-BE49-F238E27FC236}">
                    <a16:creationId xmlns:a16="http://schemas.microsoft.com/office/drawing/2014/main" id="{E807A3D3-D703-CFB8-BAA7-C5181D63C9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2" y="2007"/>
                <a:ext cx="260" cy="366"/>
              </a:xfrm>
              <a:custGeom>
                <a:avLst/>
                <a:gdLst>
                  <a:gd name="T0" fmla="*/ 8320 w 130"/>
                  <a:gd name="T1" fmla="*/ 3648 h 183"/>
                  <a:gd name="T2" fmla="*/ 6272 w 130"/>
                  <a:gd name="T3" fmla="*/ 3648 h 183"/>
                  <a:gd name="T4" fmla="*/ 6272 w 130"/>
                  <a:gd name="T5" fmla="*/ 3584 h 183"/>
                  <a:gd name="T6" fmla="*/ 6272 w 130"/>
                  <a:gd name="T7" fmla="*/ 2368 h 183"/>
                  <a:gd name="T8" fmla="*/ 8064 w 130"/>
                  <a:gd name="T9" fmla="*/ 2368 h 183"/>
                  <a:gd name="T10" fmla="*/ 8064 w 130"/>
                  <a:gd name="T11" fmla="*/ 1280 h 183"/>
                  <a:gd name="T12" fmla="*/ 6272 w 130"/>
                  <a:gd name="T13" fmla="*/ 1280 h 183"/>
                  <a:gd name="T14" fmla="*/ 6272 w 130"/>
                  <a:gd name="T15" fmla="*/ 0 h 183"/>
                  <a:gd name="T16" fmla="*/ 5120 w 130"/>
                  <a:gd name="T17" fmla="*/ 0 h 183"/>
                  <a:gd name="T18" fmla="*/ 5120 w 130"/>
                  <a:gd name="T19" fmla="*/ 1280 h 183"/>
                  <a:gd name="T20" fmla="*/ 3136 w 130"/>
                  <a:gd name="T21" fmla="*/ 1280 h 183"/>
                  <a:gd name="T22" fmla="*/ 3136 w 130"/>
                  <a:gd name="T23" fmla="*/ 0 h 183"/>
                  <a:gd name="T24" fmla="*/ 2048 w 130"/>
                  <a:gd name="T25" fmla="*/ 0 h 183"/>
                  <a:gd name="T26" fmla="*/ 2048 w 130"/>
                  <a:gd name="T27" fmla="*/ 1280 h 183"/>
                  <a:gd name="T28" fmla="*/ 256 w 130"/>
                  <a:gd name="T29" fmla="*/ 1280 h 183"/>
                  <a:gd name="T30" fmla="*/ 256 w 130"/>
                  <a:gd name="T31" fmla="*/ 2368 h 183"/>
                  <a:gd name="T32" fmla="*/ 2048 w 130"/>
                  <a:gd name="T33" fmla="*/ 2368 h 183"/>
                  <a:gd name="T34" fmla="*/ 2048 w 130"/>
                  <a:gd name="T35" fmla="*/ 3584 h 183"/>
                  <a:gd name="T36" fmla="*/ 2048 w 130"/>
                  <a:gd name="T37" fmla="*/ 3648 h 183"/>
                  <a:gd name="T38" fmla="*/ 0 w 130"/>
                  <a:gd name="T39" fmla="*/ 3648 h 183"/>
                  <a:gd name="T40" fmla="*/ 0 w 130"/>
                  <a:gd name="T41" fmla="*/ 4800 h 183"/>
                  <a:gd name="T42" fmla="*/ 1792 w 130"/>
                  <a:gd name="T43" fmla="*/ 4800 h 183"/>
                  <a:gd name="T44" fmla="*/ 0 w 130"/>
                  <a:gd name="T45" fmla="*/ 6592 h 183"/>
                  <a:gd name="T46" fmla="*/ 0 w 130"/>
                  <a:gd name="T47" fmla="*/ 7744 h 183"/>
                  <a:gd name="T48" fmla="*/ 1600 w 130"/>
                  <a:gd name="T49" fmla="*/ 6912 h 183"/>
                  <a:gd name="T50" fmla="*/ 5440 w 130"/>
                  <a:gd name="T51" fmla="*/ 6912 h 183"/>
                  <a:gd name="T52" fmla="*/ 5440 w 130"/>
                  <a:gd name="T53" fmla="*/ 8192 h 183"/>
                  <a:gd name="T54" fmla="*/ 896 w 130"/>
                  <a:gd name="T55" fmla="*/ 8192 h 183"/>
                  <a:gd name="T56" fmla="*/ 896 w 130"/>
                  <a:gd name="T57" fmla="*/ 11712 h 183"/>
                  <a:gd name="T58" fmla="*/ 6336 w 130"/>
                  <a:gd name="T59" fmla="*/ 11712 h 183"/>
                  <a:gd name="T60" fmla="*/ 7872 w 130"/>
                  <a:gd name="T61" fmla="*/ 10176 h 183"/>
                  <a:gd name="T62" fmla="*/ 7872 w 130"/>
                  <a:gd name="T63" fmla="*/ 9856 h 183"/>
                  <a:gd name="T64" fmla="*/ 6784 w 130"/>
                  <a:gd name="T65" fmla="*/ 9856 h 183"/>
                  <a:gd name="T66" fmla="*/ 6784 w 130"/>
                  <a:gd name="T67" fmla="*/ 10176 h 183"/>
                  <a:gd name="T68" fmla="*/ 6336 w 130"/>
                  <a:gd name="T69" fmla="*/ 10560 h 183"/>
                  <a:gd name="T70" fmla="*/ 2048 w 130"/>
                  <a:gd name="T71" fmla="*/ 10560 h 183"/>
                  <a:gd name="T72" fmla="*/ 2048 w 130"/>
                  <a:gd name="T73" fmla="*/ 9280 h 183"/>
                  <a:gd name="T74" fmla="*/ 6528 w 130"/>
                  <a:gd name="T75" fmla="*/ 9280 h 183"/>
                  <a:gd name="T76" fmla="*/ 6528 w 130"/>
                  <a:gd name="T77" fmla="*/ 6784 h 183"/>
                  <a:gd name="T78" fmla="*/ 8320 w 130"/>
                  <a:gd name="T79" fmla="*/ 7744 h 183"/>
                  <a:gd name="T80" fmla="*/ 8320 w 130"/>
                  <a:gd name="T81" fmla="*/ 6592 h 183"/>
                  <a:gd name="T82" fmla="*/ 6336 w 130"/>
                  <a:gd name="T83" fmla="*/ 4800 h 183"/>
                  <a:gd name="T84" fmla="*/ 8320 w 130"/>
                  <a:gd name="T85" fmla="*/ 4800 h 183"/>
                  <a:gd name="T86" fmla="*/ 8320 w 130"/>
                  <a:gd name="T87" fmla="*/ 3648 h 183"/>
                  <a:gd name="T88" fmla="*/ 3136 w 130"/>
                  <a:gd name="T89" fmla="*/ 3584 h 183"/>
                  <a:gd name="T90" fmla="*/ 3136 w 130"/>
                  <a:gd name="T91" fmla="*/ 2368 h 183"/>
                  <a:gd name="T92" fmla="*/ 5120 w 130"/>
                  <a:gd name="T93" fmla="*/ 2368 h 183"/>
                  <a:gd name="T94" fmla="*/ 5120 w 130"/>
                  <a:gd name="T95" fmla="*/ 3584 h 183"/>
                  <a:gd name="T96" fmla="*/ 5120 w 130"/>
                  <a:gd name="T97" fmla="*/ 3648 h 183"/>
                  <a:gd name="T98" fmla="*/ 3136 w 130"/>
                  <a:gd name="T99" fmla="*/ 3648 h 183"/>
                  <a:gd name="T100" fmla="*/ 3136 w 130"/>
                  <a:gd name="T101" fmla="*/ 3584 h 183"/>
                  <a:gd name="T102" fmla="*/ 5632 w 130"/>
                  <a:gd name="T103" fmla="*/ 5760 h 183"/>
                  <a:gd name="T104" fmla="*/ 2560 w 130"/>
                  <a:gd name="T105" fmla="*/ 5760 h 183"/>
                  <a:gd name="T106" fmla="*/ 3008 w 130"/>
                  <a:gd name="T107" fmla="*/ 4800 h 183"/>
                  <a:gd name="T108" fmla="*/ 5120 w 130"/>
                  <a:gd name="T109" fmla="*/ 4800 h 183"/>
                  <a:gd name="T110" fmla="*/ 5632 w 130"/>
                  <a:gd name="T111" fmla="*/ 5760 h 18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30" h="183">
                    <a:moveTo>
                      <a:pt x="130" y="57"/>
                    </a:moveTo>
                    <a:cubicBezTo>
                      <a:pt x="98" y="57"/>
                      <a:pt x="98" y="57"/>
                      <a:pt x="98" y="57"/>
                    </a:cubicBezTo>
                    <a:cubicBezTo>
                      <a:pt x="98" y="57"/>
                      <a:pt x="98" y="57"/>
                      <a:pt x="98" y="56"/>
                    </a:cubicBezTo>
                    <a:cubicBezTo>
                      <a:pt x="98" y="37"/>
                      <a:pt x="98" y="37"/>
                      <a:pt x="98" y="37"/>
                    </a:cubicBezTo>
                    <a:cubicBezTo>
                      <a:pt x="126" y="37"/>
                      <a:pt x="126" y="37"/>
                      <a:pt x="126" y="37"/>
                    </a:cubicBezTo>
                    <a:cubicBezTo>
                      <a:pt x="126" y="20"/>
                      <a:pt x="126" y="20"/>
                      <a:pt x="126" y="20"/>
                    </a:cubicBezTo>
                    <a:cubicBezTo>
                      <a:pt x="98" y="20"/>
                      <a:pt x="98" y="20"/>
                      <a:pt x="98" y="20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49" y="20"/>
                      <a:pt x="49" y="20"/>
                      <a:pt x="49" y="2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28" y="75"/>
                      <a:pt x="28" y="75"/>
                      <a:pt x="28" y="75"/>
                    </a:cubicBezTo>
                    <a:cubicBezTo>
                      <a:pt x="23" y="88"/>
                      <a:pt x="13" y="98"/>
                      <a:pt x="0" y="103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9" y="118"/>
                      <a:pt x="18" y="114"/>
                      <a:pt x="25" y="108"/>
                    </a:cubicBezTo>
                    <a:cubicBezTo>
                      <a:pt x="33" y="108"/>
                      <a:pt x="73" y="108"/>
                      <a:pt x="85" y="108"/>
                    </a:cubicBezTo>
                    <a:cubicBezTo>
                      <a:pt x="85" y="115"/>
                      <a:pt x="85" y="121"/>
                      <a:pt x="85" y="128"/>
                    </a:cubicBezTo>
                    <a:cubicBezTo>
                      <a:pt x="71" y="128"/>
                      <a:pt x="14" y="128"/>
                      <a:pt x="14" y="128"/>
                    </a:cubicBezTo>
                    <a:cubicBezTo>
                      <a:pt x="14" y="183"/>
                      <a:pt x="14" y="183"/>
                      <a:pt x="14" y="183"/>
                    </a:cubicBezTo>
                    <a:cubicBezTo>
                      <a:pt x="99" y="183"/>
                      <a:pt x="99" y="183"/>
                      <a:pt x="99" y="183"/>
                    </a:cubicBezTo>
                    <a:cubicBezTo>
                      <a:pt x="112" y="183"/>
                      <a:pt x="123" y="172"/>
                      <a:pt x="123" y="159"/>
                    </a:cubicBezTo>
                    <a:cubicBezTo>
                      <a:pt x="123" y="154"/>
                      <a:pt x="123" y="154"/>
                      <a:pt x="123" y="154"/>
                    </a:cubicBezTo>
                    <a:cubicBezTo>
                      <a:pt x="106" y="154"/>
                      <a:pt x="106" y="154"/>
                      <a:pt x="106" y="154"/>
                    </a:cubicBezTo>
                    <a:cubicBezTo>
                      <a:pt x="106" y="159"/>
                      <a:pt x="106" y="159"/>
                      <a:pt x="106" y="159"/>
                    </a:cubicBezTo>
                    <a:cubicBezTo>
                      <a:pt x="106" y="162"/>
                      <a:pt x="103" y="165"/>
                      <a:pt x="99" y="165"/>
                    </a:cubicBezTo>
                    <a:cubicBezTo>
                      <a:pt x="99" y="165"/>
                      <a:pt x="45" y="165"/>
                      <a:pt x="32" y="165"/>
                    </a:cubicBezTo>
                    <a:cubicBezTo>
                      <a:pt x="32" y="158"/>
                      <a:pt x="32" y="153"/>
                      <a:pt x="32" y="145"/>
                    </a:cubicBezTo>
                    <a:cubicBezTo>
                      <a:pt x="45" y="145"/>
                      <a:pt x="102" y="145"/>
                      <a:pt x="102" y="145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9" y="112"/>
                      <a:pt x="118" y="118"/>
                      <a:pt x="130" y="121"/>
                    </a:cubicBezTo>
                    <a:cubicBezTo>
                      <a:pt x="130" y="103"/>
                      <a:pt x="130" y="103"/>
                      <a:pt x="130" y="103"/>
                    </a:cubicBezTo>
                    <a:cubicBezTo>
                      <a:pt x="113" y="96"/>
                      <a:pt x="104" y="84"/>
                      <a:pt x="99" y="75"/>
                    </a:cubicBezTo>
                    <a:cubicBezTo>
                      <a:pt x="130" y="75"/>
                      <a:pt x="130" y="75"/>
                      <a:pt x="130" y="75"/>
                    </a:cubicBezTo>
                    <a:lnTo>
                      <a:pt x="130" y="57"/>
                    </a:lnTo>
                    <a:close/>
                    <a:moveTo>
                      <a:pt x="49" y="56"/>
                    </a:moveTo>
                    <a:cubicBezTo>
                      <a:pt x="49" y="37"/>
                      <a:pt x="49" y="37"/>
                      <a:pt x="49" y="37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0" y="57"/>
                      <a:pt x="80" y="57"/>
                      <a:pt x="80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6"/>
                    </a:cubicBezTo>
                    <a:close/>
                    <a:moveTo>
                      <a:pt x="88" y="90"/>
                    </a:moveTo>
                    <a:cubicBezTo>
                      <a:pt x="40" y="90"/>
                      <a:pt x="40" y="90"/>
                      <a:pt x="40" y="90"/>
                    </a:cubicBezTo>
                    <a:cubicBezTo>
                      <a:pt x="43" y="86"/>
                      <a:pt x="45" y="80"/>
                      <a:pt x="47" y="75"/>
                    </a:cubicBezTo>
                    <a:cubicBezTo>
                      <a:pt x="80" y="75"/>
                      <a:pt x="80" y="75"/>
                      <a:pt x="80" y="75"/>
                    </a:cubicBezTo>
                    <a:cubicBezTo>
                      <a:pt x="82" y="79"/>
                      <a:pt x="84" y="84"/>
                      <a:pt x="88" y="9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5F9568C-E686-D0A7-8CFF-512C47B6B936}"/>
              </a:ext>
            </a:extLst>
          </p:cNvPr>
          <p:cNvSpPr txBox="1"/>
          <p:nvPr/>
        </p:nvSpPr>
        <p:spPr>
          <a:xfrm>
            <a:off x="208483" y="7146924"/>
            <a:ext cx="3470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JANUARY</a:t>
            </a:r>
            <a:r>
              <a:rPr lang="ja-JP" altLang="en-US" sz="32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　</a:t>
            </a:r>
            <a:r>
              <a:rPr lang="en-US" altLang="ja-JP" sz="32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2026</a:t>
            </a:r>
            <a:endParaRPr kumimoji="1" lang="ja-JP" altLang="en-US" sz="32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406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</TotalTime>
  <Words>2</Words>
  <Application>Microsoft Office PowerPoint</Application>
  <PresentationFormat>ユーザー設定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HGS創英角ﾎﾟｯﾌﾟ体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t-suzuki</dc:creator>
  <cp:lastModifiedBy>t-suzuki</cp:lastModifiedBy>
  <cp:revision>2</cp:revision>
  <dcterms:created xsi:type="dcterms:W3CDTF">2026-03-12T04:59:21Z</dcterms:created>
  <dcterms:modified xsi:type="dcterms:W3CDTF">2026-03-12T06:14:23Z</dcterms:modified>
</cp:coreProperties>
</file>